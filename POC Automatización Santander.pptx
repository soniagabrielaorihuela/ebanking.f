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98" r:id="rId6"/>
    <p:sldId id="262" r:id="rId7"/>
    <p:sldId id="270" r:id="rId8"/>
    <p:sldId id="297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7262" y="428984"/>
            <a:ext cx="1692976" cy="25302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6761" y="761"/>
            <a:ext cx="0" cy="1249680"/>
          </a:xfrm>
          <a:custGeom>
            <a:avLst/>
            <a:gdLst/>
            <a:ahLst/>
            <a:cxnLst/>
            <a:rect l="l" t="t" r="r" b="b"/>
            <a:pathLst>
              <a:path h="1249680">
                <a:moveTo>
                  <a:pt x="0" y="0"/>
                </a:moveTo>
                <a:lnTo>
                  <a:pt x="0" y="1249172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4973" y="1240281"/>
            <a:ext cx="163575" cy="1635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516117" y="1340358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>
                <a:moveTo>
                  <a:pt x="0" y="0"/>
                </a:moveTo>
                <a:lnTo>
                  <a:pt x="524764" y="0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48555" y="850392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5" h="1054735">
                <a:moveTo>
                  <a:pt x="1054608" y="0"/>
                </a:moveTo>
                <a:lnTo>
                  <a:pt x="0" y="0"/>
                </a:lnTo>
                <a:lnTo>
                  <a:pt x="0" y="1054608"/>
                </a:lnTo>
                <a:lnTo>
                  <a:pt x="1054608" y="1054608"/>
                </a:lnTo>
                <a:lnTo>
                  <a:pt x="1054608" y="0"/>
                </a:lnTo>
                <a:close/>
              </a:path>
            </a:pathLst>
          </a:custGeom>
          <a:solidFill>
            <a:srgbClr val="1F3A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448555" y="850392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5" h="1054735">
                <a:moveTo>
                  <a:pt x="0" y="1054608"/>
                </a:moveTo>
                <a:lnTo>
                  <a:pt x="1054608" y="1054608"/>
                </a:lnTo>
                <a:lnTo>
                  <a:pt x="1054608" y="0"/>
                </a:lnTo>
                <a:lnTo>
                  <a:pt x="0" y="0"/>
                </a:lnTo>
                <a:lnTo>
                  <a:pt x="0" y="1054608"/>
                </a:lnTo>
                <a:close/>
              </a:path>
            </a:pathLst>
          </a:custGeom>
          <a:ln w="635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096761" y="1387601"/>
            <a:ext cx="0" cy="1249680"/>
          </a:xfrm>
          <a:custGeom>
            <a:avLst/>
            <a:gdLst/>
            <a:ahLst/>
            <a:cxnLst/>
            <a:rect l="l" t="t" r="r" b="b"/>
            <a:pathLst>
              <a:path h="1249680">
                <a:moveTo>
                  <a:pt x="0" y="0"/>
                </a:moveTo>
                <a:lnTo>
                  <a:pt x="0" y="1249172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4973" y="2627122"/>
            <a:ext cx="163575" cy="163575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153150" y="2727197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>
                <a:moveTo>
                  <a:pt x="0" y="0"/>
                </a:moveTo>
                <a:lnTo>
                  <a:pt x="524764" y="0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676644" y="2199132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4" h="1054735">
                <a:moveTo>
                  <a:pt x="1054607" y="0"/>
                </a:moveTo>
                <a:lnTo>
                  <a:pt x="0" y="0"/>
                </a:lnTo>
                <a:lnTo>
                  <a:pt x="0" y="1054608"/>
                </a:lnTo>
                <a:lnTo>
                  <a:pt x="1054607" y="1054608"/>
                </a:lnTo>
                <a:lnTo>
                  <a:pt x="1054607" y="0"/>
                </a:lnTo>
                <a:close/>
              </a:path>
            </a:pathLst>
          </a:custGeom>
          <a:solidFill>
            <a:srgbClr val="008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676644" y="2199132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4" h="1054735">
                <a:moveTo>
                  <a:pt x="0" y="1054608"/>
                </a:moveTo>
                <a:lnTo>
                  <a:pt x="1054607" y="1054608"/>
                </a:lnTo>
                <a:lnTo>
                  <a:pt x="1054607" y="0"/>
                </a:lnTo>
                <a:lnTo>
                  <a:pt x="0" y="0"/>
                </a:lnTo>
                <a:lnTo>
                  <a:pt x="0" y="1054608"/>
                </a:lnTo>
                <a:close/>
              </a:path>
            </a:pathLst>
          </a:custGeom>
          <a:ln w="635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096761" y="2762250"/>
            <a:ext cx="0" cy="1249680"/>
          </a:xfrm>
          <a:custGeom>
            <a:avLst/>
            <a:gdLst/>
            <a:ahLst/>
            <a:cxnLst/>
            <a:rect l="l" t="t" r="r" b="b"/>
            <a:pathLst>
              <a:path h="1249679">
                <a:moveTo>
                  <a:pt x="0" y="0"/>
                </a:moveTo>
                <a:lnTo>
                  <a:pt x="0" y="1249172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4973" y="4001770"/>
            <a:ext cx="163575" cy="163575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5516117" y="4101846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>
                <a:moveTo>
                  <a:pt x="0" y="0"/>
                </a:moveTo>
                <a:lnTo>
                  <a:pt x="524764" y="0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48555" y="3573779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5" h="1054735">
                <a:moveTo>
                  <a:pt x="1054608" y="0"/>
                </a:moveTo>
                <a:lnTo>
                  <a:pt x="0" y="0"/>
                </a:lnTo>
                <a:lnTo>
                  <a:pt x="0" y="1054608"/>
                </a:lnTo>
                <a:lnTo>
                  <a:pt x="1054608" y="1054608"/>
                </a:lnTo>
                <a:lnTo>
                  <a:pt x="1054608" y="0"/>
                </a:lnTo>
                <a:close/>
              </a:path>
            </a:pathLst>
          </a:custGeom>
          <a:solidFill>
            <a:srgbClr val="0018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448555" y="3573779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5" h="1054735">
                <a:moveTo>
                  <a:pt x="0" y="1054608"/>
                </a:moveTo>
                <a:lnTo>
                  <a:pt x="1054608" y="1054608"/>
                </a:lnTo>
                <a:lnTo>
                  <a:pt x="1054608" y="0"/>
                </a:lnTo>
                <a:lnTo>
                  <a:pt x="0" y="0"/>
                </a:lnTo>
                <a:lnTo>
                  <a:pt x="0" y="1054608"/>
                </a:lnTo>
                <a:close/>
              </a:path>
            </a:pathLst>
          </a:custGeom>
          <a:ln w="635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6096761" y="4149090"/>
            <a:ext cx="0" cy="1249680"/>
          </a:xfrm>
          <a:custGeom>
            <a:avLst/>
            <a:gdLst/>
            <a:ahLst/>
            <a:cxnLst/>
            <a:rect l="l" t="t" r="r" b="b"/>
            <a:pathLst>
              <a:path h="1249679">
                <a:moveTo>
                  <a:pt x="0" y="0"/>
                </a:moveTo>
                <a:lnTo>
                  <a:pt x="0" y="1249172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14973" y="5387085"/>
            <a:ext cx="163575" cy="165100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6153150" y="5488685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>
                <a:moveTo>
                  <a:pt x="0" y="0"/>
                </a:moveTo>
                <a:lnTo>
                  <a:pt x="524764" y="0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6676644" y="4960620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4" h="1054735">
                <a:moveTo>
                  <a:pt x="1054607" y="0"/>
                </a:moveTo>
                <a:lnTo>
                  <a:pt x="0" y="0"/>
                </a:lnTo>
                <a:lnTo>
                  <a:pt x="0" y="1054607"/>
                </a:lnTo>
                <a:lnTo>
                  <a:pt x="1054607" y="1054607"/>
                </a:lnTo>
                <a:lnTo>
                  <a:pt x="1054607" y="0"/>
                </a:lnTo>
                <a:close/>
              </a:path>
            </a:pathLst>
          </a:custGeom>
          <a:solidFill>
            <a:srgbClr val="506C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676644" y="4960620"/>
            <a:ext cx="1054735" cy="1054735"/>
          </a:xfrm>
          <a:custGeom>
            <a:avLst/>
            <a:gdLst/>
            <a:ahLst/>
            <a:cxnLst/>
            <a:rect l="l" t="t" r="r" b="b"/>
            <a:pathLst>
              <a:path w="1054734" h="1054735">
                <a:moveTo>
                  <a:pt x="0" y="1054607"/>
                </a:moveTo>
                <a:lnTo>
                  <a:pt x="1054607" y="1054607"/>
                </a:lnTo>
                <a:lnTo>
                  <a:pt x="1054607" y="0"/>
                </a:lnTo>
                <a:lnTo>
                  <a:pt x="0" y="0"/>
                </a:lnTo>
                <a:lnTo>
                  <a:pt x="0" y="1054607"/>
                </a:lnTo>
                <a:close/>
              </a:path>
            </a:pathLst>
          </a:custGeom>
          <a:ln w="635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096761" y="5540502"/>
            <a:ext cx="0" cy="1318260"/>
          </a:xfrm>
          <a:custGeom>
            <a:avLst/>
            <a:gdLst/>
            <a:ahLst/>
            <a:cxnLst/>
            <a:rect l="l" t="t" r="r" b="b"/>
            <a:pathLst>
              <a:path h="1318259">
                <a:moveTo>
                  <a:pt x="0" y="0"/>
                </a:moveTo>
                <a:lnTo>
                  <a:pt x="0" y="1318262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16779" y="1112520"/>
            <a:ext cx="530351" cy="530351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73239" y="2403347"/>
            <a:ext cx="647700" cy="6477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72583" y="3843527"/>
            <a:ext cx="591312" cy="591312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41235" y="5102352"/>
            <a:ext cx="711707" cy="7117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4392" y="5330952"/>
            <a:ext cx="1571244" cy="71323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00455" y="6135623"/>
            <a:ext cx="10928350" cy="0"/>
          </a:xfrm>
          <a:custGeom>
            <a:avLst/>
            <a:gdLst/>
            <a:ahLst/>
            <a:cxnLst/>
            <a:rect l="l" t="t" r="r" b="b"/>
            <a:pathLst>
              <a:path w="10928350">
                <a:moveTo>
                  <a:pt x="10928350" y="0"/>
                </a:moveTo>
                <a:lnTo>
                  <a:pt x="0" y="0"/>
                </a:lnTo>
              </a:path>
            </a:pathLst>
          </a:custGeom>
          <a:ln w="5235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" y="-4"/>
            <a:ext cx="8686799" cy="68580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0229088" y="461771"/>
            <a:ext cx="680720" cy="231775"/>
          </a:xfrm>
          <a:custGeom>
            <a:avLst/>
            <a:gdLst/>
            <a:ahLst/>
            <a:cxnLst/>
            <a:rect l="l" t="t" r="r" b="b"/>
            <a:pathLst>
              <a:path w="680720" h="231775">
                <a:moveTo>
                  <a:pt x="233680" y="2413"/>
                </a:moveTo>
                <a:lnTo>
                  <a:pt x="180594" y="2413"/>
                </a:lnTo>
                <a:lnTo>
                  <a:pt x="180721" y="152019"/>
                </a:lnTo>
                <a:lnTo>
                  <a:pt x="181483" y="174371"/>
                </a:lnTo>
                <a:lnTo>
                  <a:pt x="181356" y="176657"/>
                </a:lnTo>
                <a:lnTo>
                  <a:pt x="178562" y="178308"/>
                </a:lnTo>
                <a:lnTo>
                  <a:pt x="177038" y="176911"/>
                </a:lnTo>
                <a:lnTo>
                  <a:pt x="110490" y="54356"/>
                </a:lnTo>
                <a:lnTo>
                  <a:pt x="100076" y="35941"/>
                </a:lnTo>
                <a:lnTo>
                  <a:pt x="85979" y="15367"/>
                </a:lnTo>
                <a:lnTo>
                  <a:pt x="63754" y="1905"/>
                </a:lnTo>
                <a:lnTo>
                  <a:pt x="48006" y="0"/>
                </a:lnTo>
                <a:lnTo>
                  <a:pt x="34544" y="1397"/>
                </a:lnTo>
                <a:lnTo>
                  <a:pt x="21590" y="6477"/>
                </a:lnTo>
                <a:lnTo>
                  <a:pt x="10541" y="16891"/>
                </a:lnTo>
                <a:lnTo>
                  <a:pt x="2921" y="34163"/>
                </a:lnTo>
                <a:lnTo>
                  <a:pt x="0" y="59690"/>
                </a:lnTo>
                <a:lnTo>
                  <a:pt x="0" y="228981"/>
                </a:lnTo>
                <a:lnTo>
                  <a:pt x="53086" y="228981"/>
                </a:lnTo>
                <a:lnTo>
                  <a:pt x="52959" y="79629"/>
                </a:lnTo>
                <a:lnTo>
                  <a:pt x="52197" y="57150"/>
                </a:lnTo>
                <a:lnTo>
                  <a:pt x="52324" y="54737"/>
                </a:lnTo>
                <a:lnTo>
                  <a:pt x="55118" y="53213"/>
                </a:lnTo>
                <a:lnTo>
                  <a:pt x="56642" y="54610"/>
                </a:lnTo>
                <a:lnTo>
                  <a:pt x="107696" y="149606"/>
                </a:lnTo>
                <a:lnTo>
                  <a:pt x="120904" y="173736"/>
                </a:lnTo>
                <a:lnTo>
                  <a:pt x="131953" y="193294"/>
                </a:lnTo>
                <a:lnTo>
                  <a:pt x="147701" y="216154"/>
                </a:lnTo>
                <a:lnTo>
                  <a:pt x="169926" y="229743"/>
                </a:lnTo>
                <a:lnTo>
                  <a:pt x="185674" y="231648"/>
                </a:lnTo>
                <a:lnTo>
                  <a:pt x="199136" y="230251"/>
                </a:lnTo>
                <a:lnTo>
                  <a:pt x="212090" y="225044"/>
                </a:lnTo>
                <a:lnTo>
                  <a:pt x="223139" y="214630"/>
                </a:lnTo>
                <a:lnTo>
                  <a:pt x="230759" y="197358"/>
                </a:lnTo>
                <a:lnTo>
                  <a:pt x="233680" y="171831"/>
                </a:lnTo>
                <a:lnTo>
                  <a:pt x="233680" y="2413"/>
                </a:lnTo>
                <a:close/>
              </a:path>
              <a:path w="680720" h="231775">
                <a:moveTo>
                  <a:pt x="457708" y="3048"/>
                </a:moveTo>
                <a:lnTo>
                  <a:pt x="251841" y="3048"/>
                </a:lnTo>
                <a:lnTo>
                  <a:pt x="251841" y="50038"/>
                </a:lnTo>
                <a:lnTo>
                  <a:pt x="327787" y="50038"/>
                </a:lnTo>
                <a:lnTo>
                  <a:pt x="327787" y="229108"/>
                </a:lnTo>
                <a:lnTo>
                  <a:pt x="381635" y="229108"/>
                </a:lnTo>
                <a:lnTo>
                  <a:pt x="381635" y="50038"/>
                </a:lnTo>
                <a:lnTo>
                  <a:pt x="457708" y="50038"/>
                </a:lnTo>
                <a:lnTo>
                  <a:pt x="457708" y="3048"/>
                </a:lnTo>
                <a:close/>
              </a:path>
              <a:path w="680720" h="231775">
                <a:moveTo>
                  <a:pt x="680593" y="3048"/>
                </a:moveTo>
                <a:lnTo>
                  <a:pt x="474726" y="3048"/>
                </a:lnTo>
                <a:lnTo>
                  <a:pt x="474726" y="50038"/>
                </a:lnTo>
                <a:lnTo>
                  <a:pt x="550799" y="50038"/>
                </a:lnTo>
                <a:lnTo>
                  <a:pt x="550799" y="229108"/>
                </a:lnTo>
                <a:lnTo>
                  <a:pt x="604647" y="229108"/>
                </a:lnTo>
                <a:lnTo>
                  <a:pt x="604647" y="50038"/>
                </a:lnTo>
                <a:lnTo>
                  <a:pt x="680593" y="50038"/>
                </a:lnTo>
                <a:lnTo>
                  <a:pt x="680593" y="30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75085" y="464312"/>
            <a:ext cx="222442" cy="22644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1218418" y="464311"/>
            <a:ext cx="671830" cy="226695"/>
          </a:xfrm>
          <a:custGeom>
            <a:avLst/>
            <a:gdLst/>
            <a:ahLst/>
            <a:cxnLst/>
            <a:rect l="l" t="t" r="r" b="b"/>
            <a:pathLst>
              <a:path w="671829" h="226695">
                <a:moveTo>
                  <a:pt x="224790" y="77597"/>
                </a:moveTo>
                <a:lnTo>
                  <a:pt x="223520" y="55245"/>
                </a:lnTo>
                <a:lnTo>
                  <a:pt x="219583" y="37211"/>
                </a:lnTo>
                <a:lnTo>
                  <a:pt x="202311" y="12573"/>
                </a:lnTo>
                <a:lnTo>
                  <a:pt x="171577" y="1676"/>
                </a:lnTo>
                <a:lnTo>
                  <a:pt x="171577" y="178054"/>
                </a:lnTo>
                <a:lnTo>
                  <a:pt x="70104" y="178054"/>
                </a:lnTo>
                <a:lnTo>
                  <a:pt x="64008" y="177165"/>
                </a:lnTo>
                <a:lnTo>
                  <a:pt x="58420" y="173609"/>
                </a:lnTo>
                <a:lnTo>
                  <a:pt x="54356" y="166497"/>
                </a:lnTo>
                <a:lnTo>
                  <a:pt x="52832" y="154686"/>
                </a:lnTo>
                <a:lnTo>
                  <a:pt x="54356" y="142875"/>
                </a:lnTo>
                <a:lnTo>
                  <a:pt x="58420" y="135890"/>
                </a:lnTo>
                <a:lnTo>
                  <a:pt x="64008" y="132588"/>
                </a:lnTo>
                <a:lnTo>
                  <a:pt x="70104" y="131826"/>
                </a:lnTo>
                <a:lnTo>
                  <a:pt x="171538" y="131826"/>
                </a:lnTo>
                <a:lnTo>
                  <a:pt x="171577" y="178054"/>
                </a:lnTo>
                <a:lnTo>
                  <a:pt x="171577" y="1676"/>
                </a:lnTo>
                <a:lnTo>
                  <a:pt x="170434" y="1270"/>
                </a:lnTo>
                <a:lnTo>
                  <a:pt x="148209" y="0"/>
                </a:lnTo>
                <a:lnTo>
                  <a:pt x="12827" y="0"/>
                </a:lnTo>
                <a:lnTo>
                  <a:pt x="12827" y="48006"/>
                </a:lnTo>
                <a:lnTo>
                  <a:pt x="144653" y="48006"/>
                </a:lnTo>
                <a:lnTo>
                  <a:pt x="157099" y="49657"/>
                </a:lnTo>
                <a:lnTo>
                  <a:pt x="165354" y="54991"/>
                </a:lnTo>
                <a:lnTo>
                  <a:pt x="170053" y="64262"/>
                </a:lnTo>
                <a:lnTo>
                  <a:pt x="171513" y="77597"/>
                </a:lnTo>
                <a:lnTo>
                  <a:pt x="171513" y="86106"/>
                </a:lnTo>
                <a:lnTo>
                  <a:pt x="62230" y="86106"/>
                </a:lnTo>
                <a:lnTo>
                  <a:pt x="39878" y="88519"/>
                </a:lnTo>
                <a:lnTo>
                  <a:pt x="22352" y="96012"/>
                </a:lnTo>
                <a:lnTo>
                  <a:pt x="9906" y="108712"/>
                </a:lnTo>
                <a:lnTo>
                  <a:pt x="2540" y="127000"/>
                </a:lnTo>
                <a:lnTo>
                  <a:pt x="0" y="151003"/>
                </a:lnTo>
                <a:lnTo>
                  <a:pt x="0" y="161671"/>
                </a:lnTo>
                <a:lnTo>
                  <a:pt x="10287" y="204470"/>
                </a:lnTo>
                <a:lnTo>
                  <a:pt x="64516" y="226441"/>
                </a:lnTo>
                <a:lnTo>
                  <a:pt x="224790" y="226441"/>
                </a:lnTo>
                <a:lnTo>
                  <a:pt x="224790" y="178054"/>
                </a:lnTo>
                <a:lnTo>
                  <a:pt x="224790" y="77597"/>
                </a:lnTo>
                <a:close/>
              </a:path>
              <a:path w="671829" h="226695">
                <a:moveTo>
                  <a:pt x="441452" y="508"/>
                </a:moveTo>
                <a:lnTo>
                  <a:pt x="235712" y="508"/>
                </a:lnTo>
                <a:lnTo>
                  <a:pt x="235712" y="47498"/>
                </a:lnTo>
                <a:lnTo>
                  <a:pt x="311658" y="47498"/>
                </a:lnTo>
                <a:lnTo>
                  <a:pt x="311658" y="226568"/>
                </a:lnTo>
                <a:lnTo>
                  <a:pt x="365506" y="226568"/>
                </a:lnTo>
                <a:lnTo>
                  <a:pt x="365506" y="47498"/>
                </a:lnTo>
                <a:lnTo>
                  <a:pt x="441452" y="47498"/>
                </a:lnTo>
                <a:lnTo>
                  <a:pt x="441452" y="508"/>
                </a:lnTo>
                <a:close/>
              </a:path>
              <a:path w="671829" h="226695">
                <a:moveTo>
                  <a:pt x="671576" y="77597"/>
                </a:moveTo>
                <a:lnTo>
                  <a:pt x="670306" y="55245"/>
                </a:lnTo>
                <a:lnTo>
                  <a:pt x="666369" y="37211"/>
                </a:lnTo>
                <a:lnTo>
                  <a:pt x="649097" y="12573"/>
                </a:lnTo>
                <a:lnTo>
                  <a:pt x="618363" y="1676"/>
                </a:lnTo>
                <a:lnTo>
                  <a:pt x="618363" y="178054"/>
                </a:lnTo>
                <a:lnTo>
                  <a:pt x="516890" y="178054"/>
                </a:lnTo>
                <a:lnTo>
                  <a:pt x="510794" y="177165"/>
                </a:lnTo>
                <a:lnTo>
                  <a:pt x="505206" y="173609"/>
                </a:lnTo>
                <a:lnTo>
                  <a:pt x="501142" y="166497"/>
                </a:lnTo>
                <a:lnTo>
                  <a:pt x="499618" y="154686"/>
                </a:lnTo>
                <a:lnTo>
                  <a:pt x="501142" y="142875"/>
                </a:lnTo>
                <a:lnTo>
                  <a:pt x="505206" y="135890"/>
                </a:lnTo>
                <a:lnTo>
                  <a:pt x="510794" y="132588"/>
                </a:lnTo>
                <a:lnTo>
                  <a:pt x="516890" y="131826"/>
                </a:lnTo>
                <a:lnTo>
                  <a:pt x="618324" y="131826"/>
                </a:lnTo>
                <a:lnTo>
                  <a:pt x="618363" y="178054"/>
                </a:lnTo>
                <a:lnTo>
                  <a:pt x="618363" y="1676"/>
                </a:lnTo>
                <a:lnTo>
                  <a:pt x="617220" y="1270"/>
                </a:lnTo>
                <a:lnTo>
                  <a:pt x="594995" y="0"/>
                </a:lnTo>
                <a:lnTo>
                  <a:pt x="459486" y="0"/>
                </a:lnTo>
                <a:lnTo>
                  <a:pt x="459486" y="48006"/>
                </a:lnTo>
                <a:lnTo>
                  <a:pt x="591566" y="48006"/>
                </a:lnTo>
                <a:lnTo>
                  <a:pt x="603885" y="49657"/>
                </a:lnTo>
                <a:lnTo>
                  <a:pt x="612267" y="54991"/>
                </a:lnTo>
                <a:lnTo>
                  <a:pt x="616966" y="64262"/>
                </a:lnTo>
                <a:lnTo>
                  <a:pt x="618299" y="77597"/>
                </a:lnTo>
                <a:lnTo>
                  <a:pt x="618299" y="86106"/>
                </a:lnTo>
                <a:lnTo>
                  <a:pt x="509016" y="86106"/>
                </a:lnTo>
                <a:lnTo>
                  <a:pt x="486664" y="88519"/>
                </a:lnTo>
                <a:lnTo>
                  <a:pt x="469138" y="96012"/>
                </a:lnTo>
                <a:lnTo>
                  <a:pt x="456692" y="108712"/>
                </a:lnTo>
                <a:lnTo>
                  <a:pt x="449326" y="127000"/>
                </a:lnTo>
                <a:lnTo>
                  <a:pt x="446786" y="151003"/>
                </a:lnTo>
                <a:lnTo>
                  <a:pt x="446786" y="161671"/>
                </a:lnTo>
                <a:lnTo>
                  <a:pt x="457073" y="204470"/>
                </a:lnTo>
                <a:lnTo>
                  <a:pt x="511302" y="226441"/>
                </a:lnTo>
                <a:lnTo>
                  <a:pt x="671576" y="226441"/>
                </a:lnTo>
                <a:lnTo>
                  <a:pt x="671576" y="178054"/>
                </a:lnTo>
                <a:lnTo>
                  <a:pt x="671576" y="775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8077" y="670001"/>
            <a:ext cx="7895844" cy="112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7033" y="1729358"/>
            <a:ext cx="9878060" cy="2696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"/>
            <a:ext cx="12192000" cy="6858000"/>
            <a:chOff x="0" y="-4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94392" y="5330952"/>
              <a:ext cx="1571244" cy="7132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0455" y="6135623"/>
              <a:ext cx="10928350" cy="0"/>
            </a:xfrm>
            <a:custGeom>
              <a:avLst/>
              <a:gdLst/>
              <a:ahLst/>
              <a:cxnLst/>
              <a:rect l="l" t="t" r="r" b="b"/>
              <a:pathLst>
                <a:path w="10928350">
                  <a:moveTo>
                    <a:pt x="10928350" y="0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08236" y="557783"/>
              <a:ext cx="2042160" cy="283845"/>
            </a:xfrm>
            <a:custGeom>
              <a:avLst/>
              <a:gdLst/>
              <a:ahLst/>
              <a:cxnLst/>
              <a:rect l="l" t="t" r="r" b="b"/>
              <a:pathLst>
                <a:path w="2042159" h="283844">
                  <a:moveTo>
                    <a:pt x="287274" y="2921"/>
                  </a:moveTo>
                  <a:lnTo>
                    <a:pt x="221996" y="2921"/>
                  </a:lnTo>
                  <a:lnTo>
                    <a:pt x="222123" y="185928"/>
                  </a:lnTo>
                  <a:lnTo>
                    <a:pt x="223139" y="213487"/>
                  </a:lnTo>
                  <a:lnTo>
                    <a:pt x="223012" y="216281"/>
                  </a:lnTo>
                  <a:lnTo>
                    <a:pt x="219456" y="218186"/>
                  </a:lnTo>
                  <a:lnTo>
                    <a:pt x="217551" y="216535"/>
                  </a:lnTo>
                  <a:lnTo>
                    <a:pt x="151892" y="95758"/>
                  </a:lnTo>
                  <a:lnTo>
                    <a:pt x="123063" y="43942"/>
                  </a:lnTo>
                  <a:lnTo>
                    <a:pt x="105664" y="18796"/>
                  </a:lnTo>
                  <a:lnTo>
                    <a:pt x="78359" y="2286"/>
                  </a:lnTo>
                  <a:lnTo>
                    <a:pt x="59055" y="0"/>
                  </a:lnTo>
                  <a:lnTo>
                    <a:pt x="42545" y="1651"/>
                  </a:lnTo>
                  <a:lnTo>
                    <a:pt x="26543" y="8001"/>
                  </a:lnTo>
                  <a:lnTo>
                    <a:pt x="12954" y="20701"/>
                  </a:lnTo>
                  <a:lnTo>
                    <a:pt x="3556" y="41783"/>
                  </a:lnTo>
                  <a:lnTo>
                    <a:pt x="0" y="73025"/>
                  </a:lnTo>
                  <a:lnTo>
                    <a:pt x="0" y="280289"/>
                  </a:lnTo>
                  <a:lnTo>
                    <a:pt x="65278" y="280289"/>
                  </a:lnTo>
                  <a:lnTo>
                    <a:pt x="65151" y="97409"/>
                  </a:lnTo>
                  <a:lnTo>
                    <a:pt x="64135" y="69977"/>
                  </a:lnTo>
                  <a:lnTo>
                    <a:pt x="64262" y="67056"/>
                  </a:lnTo>
                  <a:lnTo>
                    <a:pt x="67818" y="65151"/>
                  </a:lnTo>
                  <a:lnTo>
                    <a:pt x="69596" y="66802"/>
                  </a:lnTo>
                  <a:lnTo>
                    <a:pt x="132334" y="183134"/>
                  </a:lnTo>
                  <a:lnTo>
                    <a:pt x="162306" y="236601"/>
                  </a:lnTo>
                  <a:lnTo>
                    <a:pt x="181610" y="264541"/>
                  </a:lnTo>
                  <a:lnTo>
                    <a:pt x="208915" y="281051"/>
                  </a:lnTo>
                  <a:lnTo>
                    <a:pt x="228219" y="283464"/>
                  </a:lnTo>
                  <a:lnTo>
                    <a:pt x="244729" y="281686"/>
                  </a:lnTo>
                  <a:lnTo>
                    <a:pt x="260731" y="275463"/>
                  </a:lnTo>
                  <a:lnTo>
                    <a:pt x="274320" y="262636"/>
                  </a:lnTo>
                  <a:lnTo>
                    <a:pt x="283718" y="241554"/>
                  </a:lnTo>
                  <a:lnTo>
                    <a:pt x="287274" y="210312"/>
                  </a:lnTo>
                  <a:lnTo>
                    <a:pt x="287274" y="2921"/>
                  </a:lnTo>
                  <a:close/>
                </a:path>
                <a:path w="2042159" h="283844">
                  <a:moveTo>
                    <a:pt x="562610" y="3556"/>
                  </a:moveTo>
                  <a:lnTo>
                    <a:pt x="309626" y="3556"/>
                  </a:lnTo>
                  <a:lnTo>
                    <a:pt x="309626" y="60706"/>
                  </a:lnTo>
                  <a:lnTo>
                    <a:pt x="402971" y="60706"/>
                  </a:lnTo>
                  <a:lnTo>
                    <a:pt x="402971" y="280416"/>
                  </a:lnTo>
                  <a:lnTo>
                    <a:pt x="469138" y="280416"/>
                  </a:lnTo>
                  <a:lnTo>
                    <a:pt x="469138" y="60706"/>
                  </a:lnTo>
                  <a:lnTo>
                    <a:pt x="562610" y="60706"/>
                  </a:lnTo>
                  <a:lnTo>
                    <a:pt x="562610" y="3556"/>
                  </a:lnTo>
                  <a:close/>
                </a:path>
                <a:path w="2042159" h="283844">
                  <a:moveTo>
                    <a:pt x="836676" y="3556"/>
                  </a:moveTo>
                  <a:lnTo>
                    <a:pt x="583692" y="3556"/>
                  </a:lnTo>
                  <a:lnTo>
                    <a:pt x="583692" y="60706"/>
                  </a:lnTo>
                  <a:lnTo>
                    <a:pt x="677037" y="60706"/>
                  </a:lnTo>
                  <a:lnTo>
                    <a:pt x="677037" y="280416"/>
                  </a:lnTo>
                  <a:lnTo>
                    <a:pt x="743331" y="280416"/>
                  </a:lnTo>
                  <a:lnTo>
                    <a:pt x="743331" y="60706"/>
                  </a:lnTo>
                  <a:lnTo>
                    <a:pt x="836676" y="60706"/>
                  </a:lnTo>
                  <a:lnTo>
                    <a:pt x="836676" y="3556"/>
                  </a:lnTo>
                  <a:close/>
                </a:path>
                <a:path w="2042159" h="283844">
                  <a:moveTo>
                    <a:pt x="1190548" y="184277"/>
                  </a:moveTo>
                  <a:lnTo>
                    <a:pt x="1190536" y="98933"/>
                  </a:lnTo>
                  <a:lnTo>
                    <a:pt x="1183132" y="49149"/>
                  </a:lnTo>
                  <a:lnTo>
                    <a:pt x="1160145" y="18415"/>
                  </a:lnTo>
                  <a:lnTo>
                    <a:pt x="1123061" y="5207"/>
                  </a:lnTo>
                  <a:lnTo>
                    <a:pt x="1123061" y="98933"/>
                  </a:lnTo>
                  <a:lnTo>
                    <a:pt x="1123061" y="184277"/>
                  </a:lnTo>
                  <a:lnTo>
                    <a:pt x="1121156" y="201295"/>
                  </a:lnTo>
                  <a:lnTo>
                    <a:pt x="1115441" y="212725"/>
                  </a:lnTo>
                  <a:lnTo>
                    <a:pt x="1105154" y="219202"/>
                  </a:lnTo>
                  <a:lnTo>
                    <a:pt x="1089914" y="221234"/>
                  </a:lnTo>
                  <a:lnTo>
                    <a:pt x="983361" y="221234"/>
                  </a:lnTo>
                  <a:lnTo>
                    <a:pt x="983361" y="62103"/>
                  </a:lnTo>
                  <a:lnTo>
                    <a:pt x="1089914" y="62103"/>
                  </a:lnTo>
                  <a:lnTo>
                    <a:pt x="1105154" y="64135"/>
                  </a:lnTo>
                  <a:lnTo>
                    <a:pt x="1115441" y="70612"/>
                  </a:lnTo>
                  <a:lnTo>
                    <a:pt x="1121156" y="82042"/>
                  </a:lnTo>
                  <a:lnTo>
                    <a:pt x="1123061" y="98933"/>
                  </a:lnTo>
                  <a:lnTo>
                    <a:pt x="1123061" y="5207"/>
                  </a:lnTo>
                  <a:lnTo>
                    <a:pt x="1120648" y="4572"/>
                  </a:lnTo>
                  <a:lnTo>
                    <a:pt x="1094232" y="3048"/>
                  </a:lnTo>
                  <a:lnTo>
                    <a:pt x="917194" y="3048"/>
                  </a:lnTo>
                  <a:lnTo>
                    <a:pt x="917194" y="280162"/>
                  </a:lnTo>
                  <a:lnTo>
                    <a:pt x="1097280" y="280162"/>
                  </a:lnTo>
                  <a:lnTo>
                    <a:pt x="1146810" y="272034"/>
                  </a:lnTo>
                  <a:lnTo>
                    <a:pt x="1186434" y="221234"/>
                  </a:lnTo>
                  <a:lnTo>
                    <a:pt x="1189101" y="208534"/>
                  </a:lnTo>
                  <a:lnTo>
                    <a:pt x="1190548" y="184277"/>
                  </a:lnTo>
                  <a:close/>
                </a:path>
                <a:path w="2042159" h="283844">
                  <a:moveTo>
                    <a:pt x="1492631" y="98044"/>
                  </a:moveTo>
                  <a:lnTo>
                    <a:pt x="1491107" y="70739"/>
                  </a:lnTo>
                  <a:lnTo>
                    <a:pt x="1486281" y="48641"/>
                  </a:lnTo>
                  <a:lnTo>
                    <a:pt x="1464945" y="18415"/>
                  </a:lnTo>
                  <a:lnTo>
                    <a:pt x="1427226" y="5232"/>
                  </a:lnTo>
                  <a:lnTo>
                    <a:pt x="1427226" y="220980"/>
                  </a:lnTo>
                  <a:lnTo>
                    <a:pt x="1302512" y="220980"/>
                  </a:lnTo>
                  <a:lnTo>
                    <a:pt x="1294892" y="219837"/>
                  </a:lnTo>
                  <a:lnTo>
                    <a:pt x="1288034" y="215519"/>
                  </a:lnTo>
                  <a:lnTo>
                    <a:pt x="1283081" y="206883"/>
                  </a:lnTo>
                  <a:lnTo>
                    <a:pt x="1281176" y="192405"/>
                  </a:lnTo>
                  <a:lnTo>
                    <a:pt x="1283081" y="177927"/>
                  </a:lnTo>
                  <a:lnTo>
                    <a:pt x="1288034" y="169418"/>
                  </a:lnTo>
                  <a:lnTo>
                    <a:pt x="1294892" y="165354"/>
                  </a:lnTo>
                  <a:lnTo>
                    <a:pt x="1302512" y="164338"/>
                  </a:lnTo>
                  <a:lnTo>
                    <a:pt x="1427187" y="164338"/>
                  </a:lnTo>
                  <a:lnTo>
                    <a:pt x="1427226" y="220980"/>
                  </a:lnTo>
                  <a:lnTo>
                    <a:pt x="1427226" y="5232"/>
                  </a:lnTo>
                  <a:lnTo>
                    <a:pt x="1425702" y="4699"/>
                  </a:lnTo>
                  <a:lnTo>
                    <a:pt x="1398524" y="3048"/>
                  </a:lnTo>
                  <a:lnTo>
                    <a:pt x="1231900" y="3048"/>
                  </a:lnTo>
                  <a:lnTo>
                    <a:pt x="1231900" y="61849"/>
                  </a:lnTo>
                  <a:lnTo>
                    <a:pt x="1394079" y="61849"/>
                  </a:lnTo>
                  <a:lnTo>
                    <a:pt x="1409319" y="63881"/>
                  </a:lnTo>
                  <a:lnTo>
                    <a:pt x="1419606" y="70358"/>
                  </a:lnTo>
                  <a:lnTo>
                    <a:pt x="1425321" y="81788"/>
                  </a:lnTo>
                  <a:lnTo>
                    <a:pt x="1427149" y="98044"/>
                  </a:lnTo>
                  <a:lnTo>
                    <a:pt x="1427149" y="108458"/>
                  </a:lnTo>
                  <a:lnTo>
                    <a:pt x="1292733" y="108458"/>
                  </a:lnTo>
                  <a:lnTo>
                    <a:pt x="1265174" y="111506"/>
                  </a:lnTo>
                  <a:lnTo>
                    <a:pt x="1243711" y="120650"/>
                  </a:lnTo>
                  <a:lnTo>
                    <a:pt x="1228471" y="136144"/>
                  </a:lnTo>
                  <a:lnTo>
                    <a:pt x="1219327" y="158496"/>
                  </a:lnTo>
                  <a:lnTo>
                    <a:pt x="1216279" y="187833"/>
                  </a:lnTo>
                  <a:lnTo>
                    <a:pt x="1216279" y="200914"/>
                  </a:lnTo>
                  <a:lnTo>
                    <a:pt x="1228979" y="253238"/>
                  </a:lnTo>
                  <a:lnTo>
                    <a:pt x="1266952" y="277368"/>
                  </a:lnTo>
                  <a:lnTo>
                    <a:pt x="1295527" y="280162"/>
                  </a:lnTo>
                  <a:lnTo>
                    <a:pt x="1492631" y="280162"/>
                  </a:lnTo>
                  <a:lnTo>
                    <a:pt x="1492631" y="220980"/>
                  </a:lnTo>
                  <a:lnTo>
                    <a:pt x="1492631" y="98044"/>
                  </a:lnTo>
                  <a:close/>
                </a:path>
                <a:path w="2042159" h="283844">
                  <a:moveTo>
                    <a:pt x="1759077" y="3556"/>
                  </a:moveTo>
                  <a:lnTo>
                    <a:pt x="1505966" y="3556"/>
                  </a:lnTo>
                  <a:lnTo>
                    <a:pt x="1505966" y="60706"/>
                  </a:lnTo>
                  <a:lnTo>
                    <a:pt x="1599438" y="60706"/>
                  </a:lnTo>
                  <a:lnTo>
                    <a:pt x="1599438" y="280416"/>
                  </a:lnTo>
                  <a:lnTo>
                    <a:pt x="1665478" y="280416"/>
                  </a:lnTo>
                  <a:lnTo>
                    <a:pt x="1665478" y="60706"/>
                  </a:lnTo>
                  <a:lnTo>
                    <a:pt x="1759077" y="60706"/>
                  </a:lnTo>
                  <a:lnTo>
                    <a:pt x="1759077" y="3556"/>
                  </a:lnTo>
                  <a:close/>
                </a:path>
                <a:path w="2042159" h="283844">
                  <a:moveTo>
                    <a:pt x="2041906" y="98044"/>
                  </a:moveTo>
                  <a:lnTo>
                    <a:pt x="2040255" y="70739"/>
                  </a:lnTo>
                  <a:lnTo>
                    <a:pt x="2035429" y="48641"/>
                  </a:lnTo>
                  <a:lnTo>
                    <a:pt x="2014220" y="18415"/>
                  </a:lnTo>
                  <a:lnTo>
                    <a:pt x="1976501" y="5232"/>
                  </a:lnTo>
                  <a:lnTo>
                    <a:pt x="1976501" y="220980"/>
                  </a:lnTo>
                  <a:lnTo>
                    <a:pt x="1851787" y="220980"/>
                  </a:lnTo>
                  <a:lnTo>
                    <a:pt x="1844167" y="219837"/>
                  </a:lnTo>
                  <a:lnTo>
                    <a:pt x="1837309" y="215519"/>
                  </a:lnTo>
                  <a:lnTo>
                    <a:pt x="1832356" y="206883"/>
                  </a:lnTo>
                  <a:lnTo>
                    <a:pt x="1830451" y="192405"/>
                  </a:lnTo>
                  <a:lnTo>
                    <a:pt x="1832356" y="177927"/>
                  </a:lnTo>
                  <a:lnTo>
                    <a:pt x="1837309" y="169418"/>
                  </a:lnTo>
                  <a:lnTo>
                    <a:pt x="1844167" y="165354"/>
                  </a:lnTo>
                  <a:lnTo>
                    <a:pt x="1851787" y="164338"/>
                  </a:lnTo>
                  <a:lnTo>
                    <a:pt x="1976462" y="164338"/>
                  </a:lnTo>
                  <a:lnTo>
                    <a:pt x="1976501" y="220980"/>
                  </a:lnTo>
                  <a:lnTo>
                    <a:pt x="1976501" y="5232"/>
                  </a:lnTo>
                  <a:lnTo>
                    <a:pt x="1974977" y="4699"/>
                  </a:lnTo>
                  <a:lnTo>
                    <a:pt x="1947672" y="3048"/>
                  </a:lnTo>
                  <a:lnTo>
                    <a:pt x="1781175" y="3048"/>
                  </a:lnTo>
                  <a:lnTo>
                    <a:pt x="1781175" y="61849"/>
                  </a:lnTo>
                  <a:lnTo>
                    <a:pt x="1943481" y="61849"/>
                  </a:lnTo>
                  <a:lnTo>
                    <a:pt x="1958594" y="63881"/>
                  </a:lnTo>
                  <a:lnTo>
                    <a:pt x="1968881" y="70358"/>
                  </a:lnTo>
                  <a:lnTo>
                    <a:pt x="1974596" y="81788"/>
                  </a:lnTo>
                  <a:lnTo>
                    <a:pt x="1976424" y="98044"/>
                  </a:lnTo>
                  <a:lnTo>
                    <a:pt x="1976424" y="108458"/>
                  </a:lnTo>
                  <a:lnTo>
                    <a:pt x="1842008" y="108458"/>
                  </a:lnTo>
                  <a:lnTo>
                    <a:pt x="1814449" y="111506"/>
                  </a:lnTo>
                  <a:lnTo>
                    <a:pt x="1792986" y="120650"/>
                  </a:lnTo>
                  <a:lnTo>
                    <a:pt x="1777746" y="136144"/>
                  </a:lnTo>
                  <a:lnTo>
                    <a:pt x="1768602" y="158496"/>
                  </a:lnTo>
                  <a:lnTo>
                    <a:pt x="1765554" y="187833"/>
                  </a:lnTo>
                  <a:lnTo>
                    <a:pt x="1765554" y="200914"/>
                  </a:lnTo>
                  <a:lnTo>
                    <a:pt x="1778254" y="253238"/>
                  </a:lnTo>
                  <a:lnTo>
                    <a:pt x="1816227" y="277368"/>
                  </a:lnTo>
                  <a:lnTo>
                    <a:pt x="1844802" y="280162"/>
                  </a:lnTo>
                  <a:lnTo>
                    <a:pt x="2041906" y="280162"/>
                  </a:lnTo>
                  <a:lnTo>
                    <a:pt x="2041906" y="220980"/>
                  </a:lnTo>
                  <a:lnTo>
                    <a:pt x="2041906" y="98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" y="-4"/>
              <a:ext cx="8686799" cy="68580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26364" y="5632387"/>
            <a:ext cx="20637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2000" dirty="0">
                <a:solidFill>
                  <a:srgbClr val="FFFFFF"/>
                </a:solidFill>
                <a:latin typeface="Arial MT"/>
                <a:cs typeface="Arial MT"/>
              </a:rPr>
              <a:t>Noviembre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s-PE" sz="2000" spc="-2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00099" y="2801260"/>
            <a:ext cx="10591800" cy="796372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10"/>
              </a:spcBef>
            </a:pPr>
            <a:r>
              <a:rPr lang="es-PE" sz="4000" b="1" dirty="0">
                <a:solidFill>
                  <a:srgbClr val="FFFFFF"/>
                </a:solidFill>
                <a:latin typeface="Arial Black" panose="020B0A04020102020204" pitchFamily="34" charset="0"/>
                <a:ea typeface="Source Sans Pro" panose="020B0503030403020204" pitchFamily="34" charset="0"/>
              </a:rPr>
              <a:t>Santander – POC Automatización</a:t>
            </a:r>
            <a:endParaRPr sz="4000" dirty="0">
              <a:latin typeface="Arial Black" panose="020B0A04020102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E36B4F6-BE3F-7963-89AA-E83E2A152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204"/>
            <a:ext cx="2286000" cy="39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7262" y="428984"/>
            <a:ext cx="1692976" cy="2530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5865" y="776603"/>
            <a:ext cx="7778750" cy="101117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25"/>
              </a:spcBef>
            </a:pPr>
            <a:r>
              <a:rPr sz="4000" dirty="0">
                <a:solidFill>
                  <a:srgbClr val="1F1F1F"/>
                </a:solidFill>
                <a:latin typeface="Arial Black"/>
                <a:cs typeface="Arial Black"/>
              </a:rPr>
              <a:t>TEMAS</a:t>
            </a:r>
            <a:r>
              <a:rPr sz="40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4000" dirty="0">
                <a:solidFill>
                  <a:srgbClr val="1F1F1F"/>
                </a:solidFill>
                <a:latin typeface="Arial Black"/>
                <a:cs typeface="Arial Black"/>
              </a:rPr>
              <a:t>A</a:t>
            </a:r>
            <a:r>
              <a:rPr sz="40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4000" spc="-10" dirty="0">
                <a:solidFill>
                  <a:srgbClr val="1F1F1F"/>
                </a:solidFill>
                <a:latin typeface="Arial Black"/>
                <a:cs typeface="Arial Black"/>
              </a:rPr>
              <a:t>CONSIDERAR</a:t>
            </a:r>
            <a:endParaRPr sz="4000" dirty="0">
              <a:latin typeface="Arial Black"/>
              <a:cs typeface="Arial Black"/>
            </a:endParaRPr>
          </a:p>
          <a:p>
            <a:pPr marR="86995" algn="ct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solidFill>
                  <a:srgbClr val="1F1F1F"/>
                </a:solidFill>
                <a:latin typeface="Arial Black"/>
                <a:cs typeface="Arial Black"/>
              </a:rPr>
              <a:t>Un</a:t>
            </a:r>
            <a:r>
              <a:rPr sz="1800" spc="-30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F1F1F"/>
                </a:solidFill>
                <a:latin typeface="Arial Black"/>
                <a:cs typeface="Arial Black"/>
              </a:rPr>
              <a:t>vistazo</a:t>
            </a:r>
            <a:r>
              <a:rPr sz="1800" spc="-2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F1F1F"/>
                </a:solidFill>
                <a:latin typeface="Arial Black"/>
                <a:cs typeface="Arial Black"/>
              </a:rPr>
              <a:t>de</a:t>
            </a:r>
            <a:r>
              <a:rPr sz="1800" spc="-1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F1F1F"/>
                </a:solidFill>
                <a:latin typeface="Arial Black"/>
                <a:cs typeface="Arial Black"/>
              </a:rPr>
              <a:t>lo</a:t>
            </a:r>
            <a:r>
              <a:rPr sz="1800" spc="-20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F1F1F"/>
                </a:solidFill>
                <a:latin typeface="Arial Black"/>
                <a:cs typeface="Arial Black"/>
              </a:rPr>
              <a:t>que</a:t>
            </a:r>
            <a:r>
              <a:rPr sz="1800" spc="-20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F1F1F"/>
                </a:solidFill>
                <a:latin typeface="Arial Black"/>
                <a:cs typeface="Arial Black"/>
              </a:rPr>
              <a:t>veremos</a:t>
            </a:r>
            <a:r>
              <a:rPr sz="1800" spc="-20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F1F1F"/>
                </a:solidFill>
                <a:latin typeface="Arial Black"/>
                <a:cs typeface="Arial Black"/>
              </a:rPr>
              <a:t>a</a:t>
            </a:r>
            <a:r>
              <a:rPr sz="1800" spc="-1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Arial Black"/>
                <a:cs typeface="Arial Black"/>
              </a:rPr>
              <a:t>continuación</a:t>
            </a:r>
            <a:endParaRPr sz="1800" dirty="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57090" y="1897379"/>
            <a:ext cx="3114040" cy="4885055"/>
            <a:chOff x="4657090" y="1897379"/>
            <a:chExt cx="3114040" cy="4885055"/>
          </a:xfrm>
        </p:grpSpPr>
        <p:sp>
          <p:nvSpPr>
            <p:cNvPr id="5" name="object 5"/>
            <p:cNvSpPr/>
            <p:nvPr/>
          </p:nvSpPr>
          <p:spPr>
            <a:xfrm>
              <a:off x="6134862" y="2026157"/>
              <a:ext cx="0" cy="1249680"/>
            </a:xfrm>
            <a:custGeom>
              <a:avLst/>
              <a:gdLst/>
              <a:ahLst/>
              <a:cxnLst/>
              <a:rect l="l" t="t" r="r" b="b"/>
              <a:pathLst>
                <a:path h="1249679">
                  <a:moveTo>
                    <a:pt x="0" y="0"/>
                  </a:moveTo>
                  <a:lnTo>
                    <a:pt x="0" y="1249171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3036" y="1897379"/>
              <a:ext cx="264160" cy="155575"/>
            </a:xfrm>
            <a:custGeom>
              <a:avLst/>
              <a:gdLst/>
              <a:ahLst/>
              <a:cxnLst/>
              <a:rect l="l" t="t" r="r" b="b"/>
              <a:pathLst>
                <a:path w="264160" h="155575">
                  <a:moveTo>
                    <a:pt x="263651" y="0"/>
                  </a:moveTo>
                  <a:lnTo>
                    <a:pt x="0" y="0"/>
                  </a:lnTo>
                  <a:lnTo>
                    <a:pt x="131825" y="155448"/>
                  </a:lnTo>
                  <a:lnTo>
                    <a:pt x="26365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3074" y="3265677"/>
              <a:ext cx="163575" cy="1635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50992" y="3367277"/>
              <a:ext cx="427990" cy="0"/>
            </a:xfrm>
            <a:custGeom>
              <a:avLst/>
              <a:gdLst/>
              <a:ahLst/>
              <a:cxnLst/>
              <a:rect l="l" t="t" r="r" b="b"/>
              <a:pathLst>
                <a:path w="427989">
                  <a:moveTo>
                    <a:pt x="0" y="0"/>
                  </a:moveTo>
                  <a:lnTo>
                    <a:pt x="427990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63440" y="2839211"/>
              <a:ext cx="988060" cy="1009015"/>
            </a:xfrm>
            <a:custGeom>
              <a:avLst/>
              <a:gdLst/>
              <a:ahLst/>
              <a:cxnLst/>
              <a:rect l="l" t="t" r="r" b="b"/>
              <a:pathLst>
                <a:path w="988060" h="1009014">
                  <a:moveTo>
                    <a:pt x="0" y="1008888"/>
                  </a:moveTo>
                  <a:lnTo>
                    <a:pt x="987551" y="1008888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1008888"/>
                  </a:lnTo>
                  <a:close/>
                </a:path>
              </a:pathLst>
            </a:custGeom>
            <a:solidFill>
              <a:srgbClr val="1F3A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34862" y="3412997"/>
              <a:ext cx="0" cy="1249680"/>
            </a:xfrm>
            <a:custGeom>
              <a:avLst/>
              <a:gdLst/>
              <a:ahLst/>
              <a:cxnLst/>
              <a:rect l="l" t="t" r="r" b="b"/>
              <a:pathLst>
                <a:path h="1249679">
                  <a:moveTo>
                    <a:pt x="0" y="0"/>
                  </a:moveTo>
                  <a:lnTo>
                    <a:pt x="0" y="1249171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3074" y="4652517"/>
              <a:ext cx="163575" cy="1635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91250" y="4754117"/>
              <a:ext cx="525145" cy="0"/>
            </a:xfrm>
            <a:custGeom>
              <a:avLst/>
              <a:gdLst/>
              <a:ahLst/>
              <a:cxnLst/>
              <a:rect l="l" t="t" r="r" b="b"/>
              <a:pathLst>
                <a:path w="525145">
                  <a:moveTo>
                    <a:pt x="0" y="0"/>
                  </a:moveTo>
                  <a:lnTo>
                    <a:pt x="524764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16268" y="4226051"/>
              <a:ext cx="1054735" cy="967740"/>
            </a:xfrm>
            <a:custGeom>
              <a:avLst/>
              <a:gdLst/>
              <a:ahLst/>
              <a:cxnLst/>
              <a:rect l="l" t="t" r="r" b="b"/>
              <a:pathLst>
                <a:path w="1054734" h="967739">
                  <a:moveTo>
                    <a:pt x="0" y="967740"/>
                  </a:moveTo>
                  <a:lnTo>
                    <a:pt x="1054607" y="967740"/>
                  </a:lnTo>
                  <a:lnTo>
                    <a:pt x="1054607" y="0"/>
                  </a:lnTo>
                  <a:lnTo>
                    <a:pt x="0" y="0"/>
                  </a:lnTo>
                  <a:lnTo>
                    <a:pt x="0" y="967740"/>
                  </a:lnTo>
                  <a:close/>
                </a:path>
              </a:pathLst>
            </a:custGeom>
            <a:solidFill>
              <a:srgbClr val="008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34862" y="4790694"/>
              <a:ext cx="0" cy="1991360"/>
            </a:xfrm>
            <a:custGeom>
              <a:avLst/>
              <a:gdLst/>
              <a:ahLst/>
              <a:cxnLst/>
              <a:rect l="l" t="t" r="r" b="b"/>
              <a:pathLst>
                <a:path h="1991359">
                  <a:moveTo>
                    <a:pt x="0" y="0"/>
                  </a:moveTo>
                  <a:lnTo>
                    <a:pt x="0" y="1991321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63440" y="3848100"/>
              <a:ext cx="988060" cy="76200"/>
            </a:xfrm>
            <a:custGeom>
              <a:avLst/>
              <a:gdLst/>
              <a:ahLst/>
              <a:cxnLst/>
              <a:rect l="l" t="t" r="r" b="b"/>
              <a:pathLst>
                <a:path w="988060" h="76200">
                  <a:moveTo>
                    <a:pt x="987551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87551" y="76200"/>
                  </a:lnTo>
                  <a:lnTo>
                    <a:pt x="987551" y="0"/>
                  </a:lnTo>
                  <a:close/>
                </a:path>
              </a:pathLst>
            </a:custGeom>
            <a:solidFill>
              <a:srgbClr val="124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440" y="3848100"/>
              <a:ext cx="988060" cy="76200"/>
            </a:xfrm>
            <a:custGeom>
              <a:avLst/>
              <a:gdLst/>
              <a:ahLst/>
              <a:cxnLst/>
              <a:rect l="l" t="t" r="r" b="b"/>
              <a:pathLst>
                <a:path w="988060" h="76200">
                  <a:moveTo>
                    <a:pt x="0" y="76200"/>
                  </a:moveTo>
                  <a:lnTo>
                    <a:pt x="987551" y="76200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12700">
              <a:solidFill>
                <a:srgbClr val="124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13220" y="5193791"/>
              <a:ext cx="1054735" cy="86995"/>
            </a:xfrm>
            <a:custGeom>
              <a:avLst/>
              <a:gdLst/>
              <a:ahLst/>
              <a:cxnLst/>
              <a:rect l="l" t="t" r="r" b="b"/>
              <a:pathLst>
                <a:path w="1054734" h="86995">
                  <a:moveTo>
                    <a:pt x="1054607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054607" y="86867"/>
                  </a:lnTo>
                  <a:lnTo>
                    <a:pt x="1054607" y="0"/>
                  </a:lnTo>
                  <a:close/>
                </a:path>
              </a:pathLst>
            </a:custGeom>
            <a:solidFill>
              <a:srgbClr val="005F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0516" y="3131819"/>
              <a:ext cx="467867" cy="4678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8876" y="4500372"/>
              <a:ext cx="467868" cy="46786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96161" y="2681732"/>
            <a:ext cx="3234055" cy="928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3185" algn="r">
              <a:lnSpc>
                <a:spcPct val="100000"/>
              </a:lnSpc>
              <a:spcBef>
                <a:spcPts val="100"/>
              </a:spcBef>
            </a:pPr>
            <a:r>
              <a:rPr lang="es-PE" sz="2400" dirty="0">
                <a:solidFill>
                  <a:srgbClr val="1F1F1F"/>
                </a:solidFill>
                <a:latin typeface="Arial Black"/>
                <a:cs typeface="Arial Black"/>
              </a:rPr>
              <a:t>Necesidad</a:t>
            </a:r>
            <a:endParaRPr sz="2400" dirty="0">
              <a:latin typeface="Arial Black"/>
              <a:cs typeface="Arial Black"/>
            </a:endParaRPr>
          </a:p>
          <a:p>
            <a:pPr marL="1343025" marR="5080" indent="-142240">
              <a:lnSpc>
                <a:spcPct val="100000"/>
              </a:lnSpc>
              <a:spcBef>
                <a:spcPts val="894"/>
              </a:spcBef>
            </a:pPr>
            <a:r>
              <a:rPr sz="1400" dirty="0" err="1">
                <a:solidFill>
                  <a:srgbClr val="1F1F1F"/>
                </a:solidFill>
                <a:latin typeface="Arial MT"/>
                <a:cs typeface="Arial MT"/>
              </a:rPr>
              <a:t>Porque</a:t>
            </a:r>
            <a:r>
              <a:rPr sz="14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son</a:t>
            </a:r>
            <a:r>
              <a:rPr sz="140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 err="1">
                <a:solidFill>
                  <a:srgbClr val="1F1F1F"/>
                </a:solidFill>
                <a:latin typeface="Arial MT"/>
                <a:cs typeface="Arial MT"/>
              </a:rPr>
              <a:t>importantes</a:t>
            </a:r>
            <a:r>
              <a:rPr sz="14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1F1F1F"/>
                </a:solidFill>
                <a:latin typeface="Arial MT"/>
                <a:cs typeface="Arial MT"/>
              </a:rPr>
              <a:t>y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necesarias</a:t>
            </a:r>
            <a:r>
              <a:rPr sz="14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las</a:t>
            </a:r>
            <a:r>
              <a:rPr sz="14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spc="-10" dirty="0" err="1">
                <a:solidFill>
                  <a:srgbClr val="1F1F1F"/>
                </a:solidFill>
                <a:latin typeface="Arial MT"/>
                <a:cs typeface="Arial MT"/>
              </a:rPr>
              <a:t>pruebas</a:t>
            </a:r>
            <a:r>
              <a:rPr sz="1400" spc="-10" dirty="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35543" y="4127615"/>
            <a:ext cx="2532380" cy="1359346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s-PE" sz="2400" dirty="0">
                <a:solidFill>
                  <a:srgbClr val="1F1F1F"/>
                </a:solidFill>
                <a:latin typeface="Arial Black"/>
                <a:cs typeface="Arial Black"/>
              </a:rPr>
              <a:t>Objetivo de las Pruebas</a:t>
            </a:r>
            <a:endParaRPr sz="24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Definición</a:t>
            </a:r>
            <a:r>
              <a:rPr sz="14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14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calidad</a:t>
            </a:r>
            <a:r>
              <a:rPr sz="14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y</a:t>
            </a:r>
            <a:r>
              <a:rPr sz="14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F1F1F"/>
                </a:solidFill>
                <a:latin typeface="Arial MT"/>
                <a:cs typeface="Arial MT"/>
              </a:rPr>
              <a:t>su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relación</a:t>
            </a:r>
            <a:r>
              <a:rPr sz="14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con</a:t>
            </a:r>
            <a:r>
              <a:rPr sz="14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F1F1F"/>
                </a:solidFill>
                <a:latin typeface="Arial MT"/>
                <a:cs typeface="Arial MT"/>
              </a:rPr>
              <a:t>las</a:t>
            </a:r>
            <a:r>
              <a:rPr sz="14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F1F1F"/>
                </a:solidFill>
                <a:latin typeface="Arial MT"/>
                <a:cs typeface="Arial MT"/>
              </a:rPr>
              <a:t>pruebas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96761" y="0"/>
            <a:ext cx="76200" cy="716280"/>
          </a:xfrm>
          <a:custGeom>
            <a:avLst/>
            <a:gdLst/>
            <a:ahLst/>
            <a:cxnLst/>
            <a:rect l="l" t="t" r="r" b="b"/>
            <a:pathLst>
              <a:path w="76200" h="716280">
                <a:moveTo>
                  <a:pt x="25400" y="642524"/>
                </a:moveTo>
                <a:lnTo>
                  <a:pt x="23252" y="642959"/>
                </a:lnTo>
                <a:lnTo>
                  <a:pt x="11144" y="651144"/>
                </a:lnTo>
                <a:lnTo>
                  <a:pt x="2988" y="663259"/>
                </a:lnTo>
                <a:lnTo>
                  <a:pt x="0" y="678052"/>
                </a:lnTo>
                <a:lnTo>
                  <a:pt x="2988" y="692900"/>
                </a:lnTo>
                <a:lnTo>
                  <a:pt x="11144" y="705008"/>
                </a:lnTo>
                <a:lnTo>
                  <a:pt x="23252" y="713164"/>
                </a:lnTo>
                <a:lnTo>
                  <a:pt x="38100" y="716152"/>
                </a:lnTo>
                <a:lnTo>
                  <a:pt x="52947" y="713164"/>
                </a:lnTo>
                <a:lnTo>
                  <a:pt x="65055" y="705008"/>
                </a:lnTo>
                <a:lnTo>
                  <a:pt x="73211" y="692900"/>
                </a:lnTo>
                <a:lnTo>
                  <a:pt x="76200" y="678052"/>
                </a:lnTo>
                <a:lnTo>
                  <a:pt x="25400" y="678052"/>
                </a:lnTo>
                <a:lnTo>
                  <a:pt x="25400" y="642524"/>
                </a:lnTo>
                <a:close/>
              </a:path>
              <a:path w="76200" h="716280">
                <a:moveTo>
                  <a:pt x="38100" y="639952"/>
                </a:moveTo>
                <a:lnTo>
                  <a:pt x="25400" y="642524"/>
                </a:lnTo>
                <a:lnTo>
                  <a:pt x="25400" y="678052"/>
                </a:lnTo>
                <a:lnTo>
                  <a:pt x="50800" y="678052"/>
                </a:lnTo>
                <a:lnTo>
                  <a:pt x="50800" y="642524"/>
                </a:lnTo>
                <a:lnTo>
                  <a:pt x="38100" y="639952"/>
                </a:lnTo>
                <a:close/>
              </a:path>
              <a:path w="76200" h="716280">
                <a:moveTo>
                  <a:pt x="50800" y="642524"/>
                </a:moveTo>
                <a:lnTo>
                  <a:pt x="50800" y="678052"/>
                </a:lnTo>
                <a:lnTo>
                  <a:pt x="76200" y="678052"/>
                </a:lnTo>
                <a:lnTo>
                  <a:pt x="73211" y="663259"/>
                </a:lnTo>
                <a:lnTo>
                  <a:pt x="65055" y="651144"/>
                </a:lnTo>
                <a:lnTo>
                  <a:pt x="52947" y="642959"/>
                </a:lnTo>
                <a:lnTo>
                  <a:pt x="50800" y="642524"/>
                </a:lnTo>
                <a:close/>
              </a:path>
              <a:path w="76200" h="716280">
                <a:moveTo>
                  <a:pt x="50800" y="0"/>
                </a:moveTo>
                <a:lnTo>
                  <a:pt x="25400" y="0"/>
                </a:lnTo>
                <a:lnTo>
                  <a:pt x="25400" y="642524"/>
                </a:lnTo>
                <a:lnTo>
                  <a:pt x="38100" y="639952"/>
                </a:lnTo>
                <a:lnTo>
                  <a:pt x="50800" y="639952"/>
                </a:lnTo>
                <a:lnTo>
                  <a:pt x="50800" y="0"/>
                </a:lnTo>
                <a:close/>
              </a:path>
              <a:path w="76200" h="716280">
                <a:moveTo>
                  <a:pt x="50800" y="639952"/>
                </a:moveTo>
                <a:lnTo>
                  <a:pt x="38100" y="639952"/>
                </a:lnTo>
                <a:lnTo>
                  <a:pt x="50800" y="642524"/>
                </a:lnTo>
                <a:lnTo>
                  <a:pt x="50800" y="63995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Picture 6">
            <a:extLst>
              <a:ext uri="{FF2B5EF4-FFF2-40B4-BE49-F238E27FC236}">
                <a16:creationId xmlns:a16="http://schemas.microsoft.com/office/drawing/2014/main" id="{85127552-0339-9FEF-FB7A-A338DBABD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49010"/>
            <a:ext cx="2286000" cy="39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7262" y="428984"/>
            <a:ext cx="1692976" cy="25302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00855" y="89153"/>
            <a:ext cx="3757295" cy="4140200"/>
            <a:chOff x="3800855" y="89153"/>
            <a:chExt cx="3757295" cy="4140200"/>
          </a:xfrm>
        </p:grpSpPr>
        <p:sp>
          <p:nvSpPr>
            <p:cNvPr id="5" name="object 5"/>
            <p:cNvSpPr/>
            <p:nvPr/>
          </p:nvSpPr>
          <p:spPr>
            <a:xfrm>
              <a:off x="5786627" y="4073651"/>
              <a:ext cx="264160" cy="155575"/>
            </a:xfrm>
            <a:custGeom>
              <a:avLst/>
              <a:gdLst/>
              <a:ahLst/>
              <a:cxnLst/>
              <a:rect l="l" t="t" r="r" b="b"/>
              <a:pathLst>
                <a:path w="264160" h="155575">
                  <a:moveTo>
                    <a:pt x="131825" y="0"/>
                  </a:moveTo>
                  <a:lnTo>
                    <a:pt x="0" y="155448"/>
                  </a:lnTo>
                  <a:lnTo>
                    <a:pt x="263651" y="15544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18454" y="89153"/>
              <a:ext cx="0" cy="1249680"/>
            </a:xfrm>
            <a:custGeom>
              <a:avLst/>
              <a:gdLst/>
              <a:ahLst/>
              <a:cxnLst/>
              <a:rect l="l" t="t" r="r" b="b"/>
              <a:pathLst>
                <a:path h="1249680">
                  <a:moveTo>
                    <a:pt x="0" y="0"/>
                  </a:moveTo>
                  <a:lnTo>
                    <a:pt x="0" y="1249172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666" y="1328673"/>
              <a:ext cx="163575" cy="1635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37809" y="1430273"/>
              <a:ext cx="525145" cy="0"/>
            </a:xfrm>
            <a:custGeom>
              <a:avLst/>
              <a:gdLst/>
              <a:ahLst/>
              <a:cxnLst/>
              <a:rect l="l" t="t" r="r" b="b"/>
              <a:pathLst>
                <a:path w="525145">
                  <a:moveTo>
                    <a:pt x="0" y="0"/>
                  </a:moveTo>
                  <a:lnTo>
                    <a:pt x="524763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0855" y="665987"/>
              <a:ext cx="1524000" cy="1443355"/>
            </a:xfrm>
            <a:custGeom>
              <a:avLst/>
              <a:gdLst/>
              <a:ahLst/>
              <a:cxnLst/>
              <a:rect l="l" t="t" r="r" b="b"/>
              <a:pathLst>
                <a:path w="1524000" h="1443355">
                  <a:moveTo>
                    <a:pt x="0" y="1443228"/>
                  </a:moveTo>
                  <a:lnTo>
                    <a:pt x="1524000" y="1443228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1443228"/>
                  </a:lnTo>
                  <a:close/>
                </a:path>
              </a:pathLst>
            </a:custGeom>
            <a:solidFill>
              <a:srgbClr val="C2CE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18454" y="1475993"/>
              <a:ext cx="0" cy="1249680"/>
            </a:xfrm>
            <a:custGeom>
              <a:avLst/>
              <a:gdLst/>
              <a:ahLst/>
              <a:cxnLst/>
              <a:rect l="l" t="t" r="r" b="b"/>
              <a:pathLst>
                <a:path h="1249680">
                  <a:moveTo>
                    <a:pt x="0" y="0"/>
                  </a:moveTo>
                  <a:lnTo>
                    <a:pt x="0" y="1249171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6666" y="2715514"/>
              <a:ext cx="163575" cy="1635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74841" y="2817114"/>
              <a:ext cx="525145" cy="0"/>
            </a:xfrm>
            <a:custGeom>
              <a:avLst/>
              <a:gdLst/>
              <a:ahLst/>
              <a:cxnLst/>
              <a:rect l="l" t="t" r="r" b="b"/>
              <a:pathLst>
                <a:path w="525145">
                  <a:moveTo>
                    <a:pt x="0" y="0"/>
                  </a:moveTo>
                  <a:lnTo>
                    <a:pt x="524763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99860" y="2289048"/>
              <a:ext cx="1054735" cy="970915"/>
            </a:xfrm>
            <a:custGeom>
              <a:avLst/>
              <a:gdLst/>
              <a:ahLst/>
              <a:cxnLst/>
              <a:rect l="l" t="t" r="r" b="b"/>
              <a:pathLst>
                <a:path w="1054734" h="970914">
                  <a:moveTo>
                    <a:pt x="0" y="970788"/>
                  </a:moveTo>
                  <a:lnTo>
                    <a:pt x="1054608" y="970788"/>
                  </a:lnTo>
                  <a:lnTo>
                    <a:pt x="1054608" y="0"/>
                  </a:lnTo>
                  <a:lnTo>
                    <a:pt x="0" y="0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A8B6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8454" y="2850642"/>
              <a:ext cx="0" cy="1249680"/>
            </a:xfrm>
            <a:custGeom>
              <a:avLst/>
              <a:gdLst/>
              <a:ahLst/>
              <a:cxnLst/>
              <a:rect l="l" t="t" r="r" b="b"/>
              <a:pathLst>
                <a:path h="1249679">
                  <a:moveTo>
                    <a:pt x="0" y="0"/>
                  </a:moveTo>
                  <a:lnTo>
                    <a:pt x="0" y="1249172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0855" y="2109215"/>
              <a:ext cx="1524000" cy="86995"/>
            </a:xfrm>
            <a:custGeom>
              <a:avLst/>
              <a:gdLst/>
              <a:ahLst/>
              <a:cxnLst/>
              <a:rect l="l" t="t" r="r" b="b"/>
              <a:pathLst>
                <a:path w="1524000" h="86994">
                  <a:moveTo>
                    <a:pt x="1524000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524000" y="86867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08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96811" y="3259836"/>
              <a:ext cx="1054735" cy="86995"/>
            </a:xfrm>
            <a:custGeom>
              <a:avLst/>
              <a:gdLst/>
              <a:ahLst/>
              <a:cxnLst/>
              <a:rect l="l" t="t" r="r" b="b"/>
              <a:pathLst>
                <a:path w="1054734" h="86995">
                  <a:moveTo>
                    <a:pt x="1054608" y="0"/>
                  </a:moveTo>
                  <a:lnTo>
                    <a:pt x="0" y="0"/>
                  </a:lnTo>
                  <a:lnTo>
                    <a:pt x="0" y="86867"/>
                  </a:lnTo>
                  <a:lnTo>
                    <a:pt x="1054608" y="86867"/>
                  </a:lnTo>
                  <a:lnTo>
                    <a:pt x="1054608" y="0"/>
                  </a:lnTo>
                  <a:close/>
                </a:path>
              </a:pathLst>
            </a:custGeom>
            <a:solidFill>
              <a:srgbClr val="124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96811" y="3259836"/>
              <a:ext cx="1054735" cy="86995"/>
            </a:xfrm>
            <a:custGeom>
              <a:avLst/>
              <a:gdLst/>
              <a:ahLst/>
              <a:cxnLst/>
              <a:rect l="l" t="t" r="r" b="b"/>
              <a:pathLst>
                <a:path w="1054734" h="86995">
                  <a:moveTo>
                    <a:pt x="0" y="86867"/>
                  </a:moveTo>
                  <a:lnTo>
                    <a:pt x="1054608" y="86867"/>
                  </a:lnTo>
                  <a:lnTo>
                    <a:pt x="1054608" y="0"/>
                  </a:lnTo>
                  <a:lnTo>
                    <a:pt x="0" y="0"/>
                  </a:lnTo>
                  <a:lnTo>
                    <a:pt x="0" y="86867"/>
                  </a:lnTo>
                  <a:close/>
                </a:path>
              </a:pathLst>
            </a:custGeom>
            <a:ln w="12700">
              <a:solidFill>
                <a:srgbClr val="124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6803" y="1013459"/>
              <a:ext cx="832103" cy="8321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3888" y="2471927"/>
              <a:ext cx="605027" cy="605027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12239" y="808990"/>
            <a:ext cx="180022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400" dirty="0">
                <a:solidFill>
                  <a:srgbClr val="1F1F1F"/>
                </a:solidFill>
                <a:latin typeface="Arial Black"/>
                <a:cs typeface="Arial Black"/>
              </a:rPr>
              <a:t>Flujos a Abordar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12239" y="1616653"/>
            <a:ext cx="18002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PE" sz="1400" dirty="0">
                <a:latin typeface="Arial MT"/>
                <a:cs typeface="Arial MT"/>
              </a:rPr>
              <a:t>Flujos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8881" y="2208021"/>
            <a:ext cx="2256155" cy="9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400" dirty="0">
                <a:solidFill>
                  <a:srgbClr val="1F1F1F"/>
                </a:solidFill>
                <a:latin typeface="Arial Black"/>
                <a:cs typeface="Arial Black"/>
              </a:rPr>
              <a:t>Demo</a:t>
            </a:r>
            <a:endParaRPr sz="2400" dirty="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260"/>
              </a:spcBef>
            </a:pPr>
            <a:r>
              <a:rPr lang="es-PE" sz="1400" dirty="0">
                <a:solidFill>
                  <a:srgbClr val="1F1F1F"/>
                </a:solidFill>
                <a:latin typeface="Arial MT"/>
                <a:cs typeface="Arial MT"/>
              </a:rPr>
              <a:t>Demostración de la Automatización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24" name="Picture 6">
            <a:extLst>
              <a:ext uri="{FF2B5EF4-FFF2-40B4-BE49-F238E27FC236}">
                <a16:creationId xmlns:a16="http://schemas.microsoft.com/office/drawing/2014/main" id="{5090EB3B-338D-EAC4-298F-BFD09A5B7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49010"/>
            <a:ext cx="2286000" cy="39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7262" y="428984"/>
            <a:ext cx="1692976" cy="25302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667"/>
            <a:ext cx="3687952" cy="68393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12082" y="1327150"/>
            <a:ext cx="4563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Porque son necesarias las Pruebas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2138" y="576148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000" dirty="0">
                <a:solidFill>
                  <a:srgbClr val="7E7E7E"/>
                </a:solidFill>
              </a:rPr>
              <a:t>Necesidad</a:t>
            </a:r>
            <a:endParaRPr sz="4000" dirty="0">
              <a:solidFill>
                <a:srgbClr val="7E7E7E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1638" y="2304473"/>
            <a:ext cx="576732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El Banco Santander está en proceso de acelerar la automatización de sus flujos críticos en Ebanking.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7800" y="5049015"/>
            <a:ext cx="5741162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Se requiere validar la </a:t>
            </a:r>
            <a:r>
              <a:rPr lang="es-ES" b="1" dirty="0"/>
              <a:t>viabilidad técnica</a:t>
            </a:r>
            <a:r>
              <a:rPr lang="es-ES" dirty="0"/>
              <a:t> de una solución de automatización robusta para flujos sensibles como </a:t>
            </a:r>
            <a:r>
              <a:rPr lang="es-ES" i="1" dirty="0"/>
              <a:t>Transferencias a terceros Santander</a:t>
            </a:r>
            <a:r>
              <a:rPr lang="es-ES" dirty="0"/>
              <a:t>.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9288" y="2241804"/>
            <a:ext cx="746760" cy="7421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9288" y="3180588"/>
            <a:ext cx="745236" cy="7391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92523" y="4146803"/>
            <a:ext cx="762000" cy="746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1479" y="5084064"/>
            <a:ext cx="743712" cy="740664"/>
          </a:xfrm>
          <a:prstGeom prst="rect">
            <a:avLst/>
          </a:prstGeom>
        </p:spPr>
      </p:pic>
      <p:sp>
        <p:nvSpPr>
          <p:cNvPr id="13" name="object 6">
            <a:extLst>
              <a:ext uri="{FF2B5EF4-FFF2-40B4-BE49-F238E27FC236}">
                <a16:creationId xmlns:a16="http://schemas.microsoft.com/office/drawing/2014/main" id="{DECC08A9-DE8F-1DC5-F393-0DF233A16249}"/>
              </a:ext>
            </a:extLst>
          </p:cNvPr>
          <p:cNvSpPr txBox="1"/>
          <p:nvPr/>
        </p:nvSpPr>
        <p:spPr>
          <a:xfrm>
            <a:off x="5231638" y="3104554"/>
            <a:ext cx="576732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Actualmente, gran parte de las validaciones se realizan manualmente. Esto genera: Tiempos de ejecución altos y Riesgo de errores humanos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44699C32-558A-D79E-7EDC-6A823C6CD2C1}"/>
              </a:ext>
            </a:extLst>
          </p:cNvPr>
          <p:cNvSpPr txBox="1"/>
          <p:nvPr/>
        </p:nvSpPr>
        <p:spPr>
          <a:xfrm>
            <a:off x="5243830" y="4181635"/>
            <a:ext cx="575513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El Banco Santander está en proceso de acelerar la automatización de sus flujos críticos en Ebanking.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9218" name="Picture 2" descr="Logo Imagen Santander Bank PNG transparente - StickPNG">
            <a:extLst>
              <a:ext uri="{FF2B5EF4-FFF2-40B4-BE49-F238E27FC236}">
                <a16:creationId xmlns:a16="http://schemas.microsoft.com/office/drawing/2014/main" id="{A13CD32D-B8AC-78F2-C568-369689A6D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042" y="2176509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Logo Imagen Santander Bank PNG transparente - StickPNG">
            <a:extLst>
              <a:ext uri="{FF2B5EF4-FFF2-40B4-BE49-F238E27FC236}">
                <a16:creationId xmlns:a16="http://schemas.microsoft.com/office/drawing/2014/main" id="{26E0D6AC-065F-DD7D-8B9F-E1A477EF5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094" y="3122223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Logo Imagen Santander Bank PNG transparente - StickPNG">
            <a:extLst>
              <a:ext uri="{FF2B5EF4-FFF2-40B4-BE49-F238E27FC236}">
                <a16:creationId xmlns:a16="http://schemas.microsoft.com/office/drawing/2014/main" id="{5D87637E-F312-BCE5-4B27-5835B8D06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093" y="4075104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Logo Imagen Santander Bank PNG transparente - StickPNG">
            <a:extLst>
              <a:ext uri="{FF2B5EF4-FFF2-40B4-BE49-F238E27FC236}">
                <a16:creationId xmlns:a16="http://schemas.microsoft.com/office/drawing/2014/main" id="{7CF43A07-3B23-B9AB-0423-5F642DFB9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288" y="5066684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E4423-3864-83DA-63DD-D54EFCA6F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2407E96-34DE-39E9-D880-1E56E4721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5331" y="787998"/>
            <a:ext cx="74676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4000" dirty="0">
                <a:solidFill>
                  <a:srgbClr val="7E7E7E"/>
                </a:solidFill>
              </a:rPr>
              <a:t>Objetivo de la Prueba de Concepto</a:t>
            </a:r>
            <a:endParaRPr sz="4000" dirty="0">
              <a:solidFill>
                <a:srgbClr val="7E7E7E"/>
              </a:solidFill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6433152B-8128-B9B4-0BE2-58B3328393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7262" y="428984"/>
            <a:ext cx="1692976" cy="253026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2445C9BF-C164-DA75-46F4-D2AB763DB5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667"/>
            <a:ext cx="3687952" cy="683932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A8B175C-F545-01D6-A67C-3C713FA3A69E}"/>
              </a:ext>
            </a:extLst>
          </p:cNvPr>
          <p:cNvSpPr txBox="1"/>
          <p:nvPr/>
        </p:nvSpPr>
        <p:spPr>
          <a:xfrm>
            <a:off x="5357876" y="2372908"/>
            <a:ext cx="576732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Demostrar la capacidad de automatizar un flujo end-to-end en Ebanking.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5C34E73-0AF7-01DB-1576-B163FE4F5938}"/>
              </a:ext>
            </a:extLst>
          </p:cNvPr>
          <p:cNvSpPr txBox="1"/>
          <p:nvPr/>
        </p:nvSpPr>
        <p:spPr>
          <a:xfrm>
            <a:off x="5357876" y="5326341"/>
            <a:ext cx="57411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Proveer una base para extender la automatización a más flujos.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CBFC14B1-44BD-1B43-DC96-7EB1E18E879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5526" y="2310239"/>
            <a:ext cx="746760" cy="742188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487D8EB5-BD69-3AC3-3C3A-A054C25656A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5526" y="3249023"/>
            <a:ext cx="745236" cy="739139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9D424BF1-63FC-6D16-2FCA-499F7438F59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18761" y="4215238"/>
            <a:ext cx="762000" cy="746760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2867C654-5216-32F5-D1C6-713F7608261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47717" y="5152499"/>
            <a:ext cx="743712" cy="740664"/>
          </a:xfrm>
          <a:prstGeom prst="rect">
            <a:avLst/>
          </a:prstGeom>
        </p:spPr>
      </p:pic>
      <p:sp>
        <p:nvSpPr>
          <p:cNvPr id="13" name="object 6">
            <a:extLst>
              <a:ext uri="{FF2B5EF4-FFF2-40B4-BE49-F238E27FC236}">
                <a16:creationId xmlns:a16="http://schemas.microsoft.com/office/drawing/2014/main" id="{49980FFA-F7D1-3115-BD57-33BD7BCB0E7E}"/>
              </a:ext>
            </a:extLst>
          </p:cNvPr>
          <p:cNvSpPr txBox="1"/>
          <p:nvPr/>
        </p:nvSpPr>
        <p:spPr>
          <a:xfrm>
            <a:off x="5346954" y="3335181"/>
            <a:ext cx="576732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s-ES" dirty="0"/>
              <a:t>Validar compatibilidad técnica con la plataforma del Banco.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8C4BBF33-D1DD-94B8-F4BE-55AA696F1212}"/>
              </a:ext>
            </a:extLst>
          </p:cNvPr>
          <p:cNvSpPr txBox="1"/>
          <p:nvPr/>
        </p:nvSpPr>
        <p:spPr>
          <a:xfrm>
            <a:off x="5343906" y="4443706"/>
            <a:ext cx="575513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Verificar integraciones con Selenium + Cucumber.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9218" name="Picture 2" descr="Logo Imagen Santander Bank PNG transparente - StickPNG">
            <a:extLst>
              <a:ext uri="{FF2B5EF4-FFF2-40B4-BE49-F238E27FC236}">
                <a16:creationId xmlns:a16="http://schemas.microsoft.com/office/drawing/2014/main" id="{DB510196-B105-8F36-7CBE-5F857E82F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280" y="2244944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Logo Imagen Santander Bank PNG transparente - StickPNG">
            <a:extLst>
              <a:ext uri="{FF2B5EF4-FFF2-40B4-BE49-F238E27FC236}">
                <a16:creationId xmlns:a16="http://schemas.microsoft.com/office/drawing/2014/main" id="{7FDDCB54-A3DB-33B9-1C33-258B6CEAF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332" y="3190658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Logo Imagen Santander Bank PNG transparente - StickPNG">
            <a:extLst>
              <a:ext uri="{FF2B5EF4-FFF2-40B4-BE49-F238E27FC236}">
                <a16:creationId xmlns:a16="http://schemas.microsoft.com/office/drawing/2014/main" id="{A4DBC9E3-1FA9-7041-3EED-0D8D807C3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331" y="4143539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Logo Imagen Santander Bank PNG transparente - StickPNG">
            <a:extLst>
              <a:ext uri="{FF2B5EF4-FFF2-40B4-BE49-F238E27FC236}">
                <a16:creationId xmlns:a16="http://schemas.microsoft.com/office/drawing/2014/main" id="{90CD1AAD-E1D8-6435-744B-558F8F7D6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526" y="5135119"/>
            <a:ext cx="808481" cy="80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39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7262" y="450320"/>
            <a:ext cx="1692976" cy="25302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80483" y="724281"/>
            <a:ext cx="3431033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3600" dirty="0">
                <a:solidFill>
                  <a:srgbClr val="7E7E7E"/>
                </a:solidFill>
                <a:latin typeface="Tahoma"/>
                <a:cs typeface="Tahoma"/>
              </a:rPr>
              <a:t>Flujos a Abordar</a:t>
            </a:r>
            <a:endParaRPr sz="36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9200" y="1828800"/>
            <a:ext cx="3266440" cy="1685925"/>
            <a:chOff x="2023872" y="1886711"/>
            <a:chExt cx="3266440" cy="1685925"/>
          </a:xfrm>
        </p:grpSpPr>
        <p:sp>
          <p:nvSpPr>
            <p:cNvPr id="5" name="object 5"/>
            <p:cNvSpPr/>
            <p:nvPr/>
          </p:nvSpPr>
          <p:spPr>
            <a:xfrm>
              <a:off x="3640836" y="2746247"/>
              <a:ext cx="1649095" cy="826135"/>
            </a:xfrm>
            <a:custGeom>
              <a:avLst/>
              <a:gdLst/>
              <a:ahLst/>
              <a:cxnLst/>
              <a:rect l="l" t="t" r="r" b="b"/>
              <a:pathLst>
                <a:path w="1649095" h="826135">
                  <a:moveTo>
                    <a:pt x="271272" y="0"/>
                  </a:moveTo>
                  <a:lnTo>
                    <a:pt x="0" y="0"/>
                  </a:lnTo>
                  <a:lnTo>
                    <a:pt x="0" y="755141"/>
                  </a:lnTo>
                  <a:lnTo>
                    <a:pt x="1353439" y="755141"/>
                  </a:lnTo>
                  <a:lnTo>
                    <a:pt x="1353439" y="826007"/>
                  </a:lnTo>
                  <a:lnTo>
                    <a:pt x="1648967" y="619505"/>
                  </a:lnTo>
                  <a:lnTo>
                    <a:pt x="1353439" y="413003"/>
                  </a:lnTo>
                  <a:lnTo>
                    <a:pt x="1353439" y="483869"/>
                  </a:lnTo>
                  <a:lnTo>
                    <a:pt x="271272" y="483869"/>
                  </a:lnTo>
                  <a:lnTo>
                    <a:pt x="271272" y="0"/>
                  </a:lnTo>
                  <a:close/>
                </a:path>
              </a:pathLst>
            </a:custGeom>
            <a:solidFill>
              <a:srgbClr val="BBBBC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23872" y="1886711"/>
              <a:ext cx="3004185" cy="848994"/>
            </a:xfrm>
            <a:custGeom>
              <a:avLst/>
              <a:gdLst/>
              <a:ahLst/>
              <a:cxnLst/>
              <a:rect l="l" t="t" r="r" b="b"/>
              <a:pathLst>
                <a:path w="3004185" h="848994">
                  <a:moveTo>
                    <a:pt x="2862326" y="0"/>
                  </a:moveTo>
                  <a:lnTo>
                    <a:pt x="141477" y="0"/>
                  </a:lnTo>
                  <a:lnTo>
                    <a:pt x="96771" y="7215"/>
                  </a:lnTo>
                  <a:lnTo>
                    <a:pt x="57936" y="27306"/>
                  </a:lnTo>
                  <a:lnTo>
                    <a:pt x="27306" y="57936"/>
                  </a:lnTo>
                  <a:lnTo>
                    <a:pt x="7215" y="96771"/>
                  </a:lnTo>
                  <a:lnTo>
                    <a:pt x="0" y="141477"/>
                  </a:lnTo>
                  <a:lnTo>
                    <a:pt x="0" y="707389"/>
                  </a:lnTo>
                  <a:lnTo>
                    <a:pt x="7215" y="752096"/>
                  </a:lnTo>
                  <a:lnTo>
                    <a:pt x="27306" y="790931"/>
                  </a:lnTo>
                  <a:lnTo>
                    <a:pt x="57936" y="821561"/>
                  </a:lnTo>
                  <a:lnTo>
                    <a:pt x="96771" y="841652"/>
                  </a:lnTo>
                  <a:lnTo>
                    <a:pt x="141477" y="848867"/>
                  </a:lnTo>
                  <a:lnTo>
                    <a:pt x="2862326" y="848867"/>
                  </a:lnTo>
                  <a:lnTo>
                    <a:pt x="2907032" y="841652"/>
                  </a:lnTo>
                  <a:lnTo>
                    <a:pt x="2945867" y="821561"/>
                  </a:lnTo>
                  <a:lnTo>
                    <a:pt x="2976497" y="790931"/>
                  </a:lnTo>
                  <a:lnTo>
                    <a:pt x="2996588" y="752096"/>
                  </a:lnTo>
                  <a:lnTo>
                    <a:pt x="3003804" y="707389"/>
                  </a:lnTo>
                  <a:lnTo>
                    <a:pt x="3003804" y="141477"/>
                  </a:lnTo>
                  <a:lnTo>
                    <a:pt x="2996588" y="96771"/>
                  </a:lnTo>
                  <a:lnTo>
                    <a:pt x="2976497" y="57936"/>
                  </a:lnTo>
                  <a:lnTo>
                    <a:pt x="2945867" y="27306"/>
                  </a:lnTo>
                  <a:lnTo>
                    <a:pt x="2907032" y="7215"/>
                  </a:lnTo>
                  <a:lnTo>
                    <a:pt x="286232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37646" y="2941662"/>
            <a:ext cx="3299460" cy="1755775"/>
            <a:chOff x="5436108" y="3066288"/>
            <a:chExt cx="3299460" cy="1755775"/>
          </a:xfrm>
        </p:grpSpPr>
        <p:sp>
          <p:nvSpPr>
            <p:cNvPr id="9" name="object 9"/>
            <p:cNvSpPr/>
            <p:nvPr/>
          </p:nvSpPr>
          <p:spPr>
            <a:xfrm>
              <a:off x="7258812" y="4023360"/>
              <a:ext cx="1477010" cy="798830"/>
            </a:xfrm>
            <a:custGeom>
              <a:avLst/>
              <a:gdLst/>
              <a:ahLst/>
              <a:cxnLst/>
              <a:rect l="l" t="t" r="r" b="b"/>
              <a:pathLst>
                <a:path w="1477009" h="798829">
                  <a:moveTo>
                    <a:pt x="262255" y="0"/>
                  </a:moveTo>
                  <a:lnTo>
                    <a:pt x="0" y="0"/>
                  </a:lnTo>
                  <a:lnTo>
                    <a:pt x="0" y="729995"/>
                  </a:lnTo>
                  <a:lnTo>
                    <a:pt x="1191006" y="729995"/>
                  </a:lnTo>
                  <a:lnTo>
                    <a:pt x="1191006" y="798576"/>
                  </a:lnTo>
                  <a:lnTo>
                    <a:pt x="1476756" y="598932"/>
                  </a:lnTo>
                  <a:lnTo>
                    <a:pt x="1191006" y="399288"/>
                  </a:lnTo>
                  <a:lnTo>
                    <a:pt x="1191006" y="467867"/>
                  </a:lnTo>
                  <a:lnTo>
                    <a:pt x="262255" y="467867"/>
                  </a:lnTo>
                  <a:lnTo>
                    <a:pt x="262255" y="0"/>
                  </a:lnTo>
                  <a:close/>
                </a:path>
              </a:pathLst>
            </a:custGeom>
            <a:solidFill>
              <a:srgbClr val="BBBB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36108" y="3066288"/>
              <a:ext cx="2862580" cy="909955"/>
            </a:xfrm>
            <a:custGeom>
              <a:avLst/>
              <a:gdLst/>
              <a:ahLst/>
              <a:cxnLst/>
              <a:rect l="l" t="t" r="r" b="b"/>
              <a:pathLst>
                <a:path w="2862579" h="909954">
                  <a:moveTo>
                    <a:pt x="2710434" y="0"/>
                  </a:moveTo>
                  <a:lnTo>
                    <a:pt x="151637" y="0"/>
                  </a:lnTo>
                  <a:lnTo>
                    <a:pt x="103729" y="7735"/>
                  </a:lnTo>
                  <a:lnTo>
                    <a:pt x="62106" y="29272"/>
                  </a:lnTo>
                  <a:lnTo>
                    <a:pt x="29272" y="62106"/>
                  </a:lnTo>
                  <a:lnTo>
                    <a:pt x="7735" y="103729"/>
                  </a:lnTo>
                  <a:lnTo>
                    <a:pt x="0" y="151637"/>
                  </a:lnTo>
                  <a:lnTo>
                    <a:pt x="0" y="758189"/>
                  </a:lnTo>
                  <a:lnTo>
                    <a:pt x="7735" y="806098"/>
                  </a:lnTo>
                  <a:lnTo>
                    <a:pt x="29272" y="847721"/>
                  </a:lnTo>
                  <a:lnTo>
                    <a:pt x="62106" y="880555"/>
                  </a:lnTo>
                  <a:lnTo>
                    <a:pt x="103729" y="902092"/>
                  </a:lnTo>
                  <a:lnTo>
                    <a:pt x="151637" y="909828"/>
                  </a:lnTo>
                  <a:lnTo>
                    <a:pt x="2710434" y="909828"/>
                  </a:lnTo>
                  <a:lnTo>
                    <a:pt x="2758342" y="902092"/>
                  </a:lnTo>
                  <a:lnTo>
                    <a:pt x="2799965" y="880555"/>
                  </a:lnTo>
                  <a:lnTo>
                    <a:pt x="2832799" y="847721"/>
                  </a:lnTo>
                  <a:lnTo>
                    <a:pt x="2854336" y="806098"/>
                  </a:lnTo>
                  <a:lnTo>
                    <a:pt x="2862071" y="758189"/>
                  </a:lnTo>
                  <a:lnTo>
                    <a:pt x="2862071" y="151637"/>
                  </a:lnTo>
                  <a:lnTo>
                    <a:pt x="2854336" y="103729"/>
                  </a:lnTo>
                  <a:lnTo>
                    <a:pt x="2832799" y="62106"/>
                  </a:lnTo>
                  <a:lnTo>
                    <a:pt x="2799965" y="29272"/>
                  </a:lnTo>
                  <a:lnTo>
                    <a:pt x="2758342" y="7735"/>
                  </a:lnTo>
                  <a:lnTo>
                    <a:pt x="2710434" y="0"/>
                  </a:lnTo>
                  <a:close/>
                </a:path>
              </a:pathLst>
            </a:custGeom>
            <a:solidFill>
              <a:srgbClr val="001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7893494" y="4234012"/>
            <a:ext cx="3460306" cy="2014387"/>
          </a:xfrm>
          <a:custGeom>
            <a:avLst/>
            <a:gdLst/>
            <a:ahLst/>
            <a:cxnLst/>
            <a:rect l="l" t="t" r="r" b="b"/>
            <a:pathLst>
              <a:path w="2857500" h="1097279">
                <a:moveTo>
                  <a:pt x="2857500" y="182880"/>
                </a:moveTo>
                <a:lnTo>
                  <a:pt x="2850959" y="134277"/>
                </a:lnTo>
                <a:lnTo>
                  <a:pt x="2832519" y="90601"/>
                </a:lnTo>
                <a:lnTo>
                  <a:pt x="2804160" y="53898"/>
                </a:lnTo>
                <a:lnTo>
                  <a:pt x="2804160" y="53340"/>
                </a:lnTo>
                <a:lnTo>
                  <a:pt x="2803601" y="53340"/>
                </a:lnTo>
                <a:lnTo>
                  <a:pt x="2766898" y="24980"/>
                </a:lnTo>
                <a:lnTo>
                  <a:pt x="2723223" y="6540"/>
                </a:lnTo>
                <a:lnTo>
                  <a:pt x="2674620" y="0"/>
                </a:lnTo>
                <a:lnTo>
                  <a:pt x="182880" y="0"/>
                </a:lnTo>
                <a:lnTo>
                  <a:pt x="134264" y="6540"/>
                </a:lnTo>
                <a:lnTo>
                  <a:pt x="90589" y="24980"/>
                </a:lnTo>
                <a:lnTo>
                  <a:pt x="53873" y="53340"/>
                </a:lnTo>
                <a:lnTo>
                  <a:pt x="53340" y="53340"/>
                </a:lnTo>
                <a:lnTo>
                  <a:pt x="53340" y="53886"/>
                </a:lnTo>
                <a:lnTo>
                  <a:pt x="24968" y="90601"/>
                </a:lnTo>
                <a:lnTo>
                  <a:pt x="6527" y="134277"/>
                </a:lnTo>
                <a:lnTo>
                  <a:pt x="0" y="182880"/>
                </a:lnTo>
                <a:lnTo>
                  <a:pt x="0" y="914400"/>
                </a:lnTo>
                <a:lnTo>
                  <a:pt x="6527" y="963015"/>
                </a:lnTo>
                <a:lnTo>
                  <a:pt x="24968" y="1006690"/>
                </a:lnTo>
                <a:lnTo>
                  <a:pt x="53340" y="1043419"/>
                </a:lnTo>
                <a:lnTo>
                  <a:pt x="53340" y="1043940"/>
                </a:lnTo>
                <a:lnTo>
                  <a:pt x="53860" y="1043940"/>
                </a:lnTo>
                <a:lnTo>
                  <a:pt x="90589" y="1072311"/>
                </a:lnTo>
                <a:lnTo>
                  <a:pt x="134264" y="1090752"/>
                </a:lnTo>
                <a:lnTo>
                  <a:pt x="182880" y="1097280"/>
                </a:lnTo>
                <a:lnTo>
                  <a:pt x="2674620" y="1097280"/>
                </a:lnTo>
                <a:lnTo>
                  <a:pt x="2723223" y="1090752"/>
                </a:lnTo>
                <a:lnTo>
                  <a:pt x="2766898" y="1072311"/>
                </a:lnTo>
                <a:lnTo>
                  <a:pt x="2803614" y="1043940"/>
                </a:lnTo>
                <a:lnTo>
                  <a:pt x="2804160" y="1043940"/>
                </a:lnTo>
                <a:lnTo>
                  <a:pt x="2804160" y="1043406"/>
                </a:lnTo>
                <a:lnTo>
                  <a:pt x="2832519" y="1006690"/>
                </a:lnTo>
                <a:lnTo>
                  <a:pt x="2850959" y="963015"/>
                </a:lnTo>
                <a:lnTo>
                  <a:pt x="2857500" y="914400"/>
                </a:lnTo>
                <a:lnTo>
                  <a:pt x="2857500" y="182880"/>
                </a:lnTo>
                <a:close/>
              </a:path>
            </a:pathLst>
          </a:custGeom>
          <a:solidFill>
            <a:srgbClr val="A8B6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70335" y="1960587"/>
            <a:ext cx="4355465" cy="5601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lang="es-PE" sz="1800" dirty="0">
                <a:solidFill>
                  <a:srgbClr val="929292"/>
                </a:solidFill>
                <a:latin typeface="Calibri"/>
                <a:cs typeface="Calibri"/>
              </a:rPr>
              <a:t>Uno de los Flujos Principales de Ebanking Transferencias, y uno que ya esta en PRD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49050" y="3117239"/>
            <a:ext cx="3055620" cy="5601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lang="es-PE" sz="1800" dirty="0">
                <a:solidFill>
                  <a:srgbClr val="929292"/>
                </a:solidFill>
                <a:latin typeface="Calibri"/>
                <a:cs typeface="Calibri"/>
              </a:rPr>
              <a:t>Se puede continuar con los otros 4 tipos de Transferencias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96E12412-2F19-D5C3-A64E-B2A875B958B7}"/>
              </a:ext>
            </a:extLst>
          </p:cNvPr>
          <p:cNvSpPr txBox="1"/>
          <p:nvPr/>
        </p:nvSpPr>
        <p:spPr>
          <a:xfrm>
            <a:off x="1311338" y="1975552"/>
            <a:ext cx="276485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solidFill>
                  <a:schemeClr val="bg1"/>
                </a:solidFill>
              </a:rPr>
              <a:t>Transferencias a Terceros con Cuenta Santander</a:t>
            </a: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8B80F83D-147C-718D-7672-9D9917A84BF0}"/>
              </a:ext>
            </a:extLst>
          </p:cNvPr>
          <p:cNvSpPr txBox="1"/>
          <p:nvPr/>
        </p:nvSpPr>
        <p:spPr>
          <a:xfrm>
            <a:off x="4586509" y="3117239"/>
            <a:ext cx="276485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solidFill>
                  <a:schemeClr val="bg1"/>
                </a:solidFill>
              </a:rPr>
              <a:t>Los Otros 4 Tipo de Transferencias</a:t>
            </a:r>
          </a:p>
        </p:txBody>
      </p:sp>
      <p:sp>
        <p:nvSpPr>
          <p:cNvPr id="30" name="object 6">
            <a:extLst>
              <a:ext uri="{FF2B5EF4-FFF2-40B4-BE49-F238E27FC236}">
                <a16:creationId xmlns:a16="http://schemas.microsoft.com/office/drawing/2014/main" id="{9B539122-43FF-A1A3-ABF8-21C0794B1746}"/>
              </a:ext>
            </a:extLst>
          </p:cNvPr>
          <p:cNvSpPr txBox="1"/>
          <p:nvPr/>
        </p:nvSpPr>
        <p:spPr>
          <a:xfrm>
            <a:off x="8069055" y="4523059"/>
            <a:ext cx="3109183" cy="1436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solidFill>
                  <a:schemeClr val="bg1"/>
                </a:solidFill>
              </a:rPr>
              <a:t>Y continuar con los siguientes flujos:</a:t>
            </a:r>
          </a:p>
          <a:p>
            <a:pPr marL="298450" indent="-285750" algn="l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dirty="0">
                <a:solidFill>
                  <a:schemeClr val="bg1"/>
                </a:solidFill>
              </a:rPr>
              <a:t>Pendiente de Firma</a:t>
            </a:r>
          </a:p>
          <a:p>
            <a:pPr marL="298450" indent="-285750" algn="l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dirty="0">
                <a:solidFill>
                  <a:schemeClr val="bg1"/>
                </a:solidFill>
              </a:rPr>
              <a:t>Operaciones Frecuentes</a:t>
            </a:r>
          </a:p>
          <a:p>
            <a:pPr marL="298450" indent="-285750" algn="l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dirty="0">
                <a:solidFill>
                  <a:schemeClr val="bg1"/>
                </a:solidFill>
              </a:rPr>
              <a:t>Gestión de Proveedores</a:t>
            </a:r>
          </a:p>
        </p:txBody>
      </p:sp>
      <p:pic>
        <p:nvPicPr>
          <p:cNvPr id="31" name="Picture 6">
            <a:extLst>
              <a:ext uri="{FF2B5EF4-FFF2-40B4-BE49-F238E27FC236}">
                <a16:creationId xmlns:a16="http://schemas.microsoft.com/office/drawing/2014/main" id="{AD16E908-9983-CA09-F1BB-5E2AB3361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49010"/>
            <a:ext cx="2286000" cy="39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68" y="-4"/>
            <a:ext cx="12181840" cy="6858000"/>
            <a:chOff x="10668" y="-4"/>
            <a:chExt cx="121818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" y="-1"/>
              <a:ext cx="12173711" cy="68473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1799" y="-4"/>
              <a:ext cx="54102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4" y="-2"/>
              <a:ext cx="8688324" cy="68473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229088" y="461771"/>
              <a:ext cx="680720" cy="231775"/>
            </a:xfrm>
            <a:custGeom>
              <a:avLst/>
              <a:gdLst/>
              <a:ahLst/>
              <a:cxnLst/>
              <a:rect l="l" t="t" r="r" b="b"/>
              <a:pathLst>
                <a:path w="680720" h="231775">
                  <a:moveTo>
                    <a:pt x="233680" y="2413"/>
                  </a:moveTo>
                  <a:lnTo>
                    <a:pt x="180594" y="2413"/>
                  </a:lnTo>
                  <a:lnTo>
                    <a:pt x="180721" y="152019"/>
                  </a:lnTo>
                  <a:lnTo>
                    <a:pt x="181483" y="174371"/>
                  </a:lnTo>
                  <a:lnTo>
                    <a:pt x="181356" y="176657"/>
                  </a:lnTo>
                  <a:lnTo>
                    <a:pt x="178562" y="178308"/>
                  </a:lnTo>
                  <a:lnTo>
                    <a:pt x="177038" y="176911"/>
                  </a:lnTo>
                  <a:lnTo>
                    <a:pt x="110490" y="54356"/>
                  </a:lnTo>
                  <a:lnTo>
                    <a:pt x="100076" y="35941"/>
                  </a:lnTo>
                  <a:lnTo>
                    <a:pt x="85979" y="15367"/>
                  </a:lnTo>
                  <a:lnTo>
                    <a:pt x="63754" y="1905"/>
                  </a:lnTo>
                  <a:lnTo>
                    <a:pt x="48006" y="0"/>
                  </a:lnTo>
                  <a:lnTo>
                    <a:pt x="34544" y="1397"/>
                  </a:lnTo>
                  <a:lnTo>
                    <a:pt x="21590" y="6477"/>
                  </a:lnTo>
                  <a:lnTo>
                    <a:pt x="10541" y="16891"/>
                  </a:lnTo>
                  <a:lnTo>
                    <a:pt x="2921" y="34163"/>
                  </a:lnTo>
                  <a:lnTo>
                    <a:pt x="0" y="59690"/>
                  </a:lnTo>
                  <a:lnTo>
                    <a:pt x="0" y="228981"/>
                  </a:lnTo>
                  <a:lnTo>
                    <a:pt x="53086" y="228981"/>
                  </a:lnTo>
                  <a:lnTo>
                    <a:pt x="52959" y="79629"/>
                  </a:lnTo>
                  <a:lnTo>
                    <a:pt x="52197" y="57150"/>
                  </a:lnTo>
                  <a:lnTo>
                    <a:pt x="52324" y="54737"/>
                  </a:lnTo>
                  <a:lnTo>
                    <a:pt x="55118" y="53213"/>
                  </a:lnTo>
                  <a:lnTo>
                    <a:pt x="56642" y="54610"/>
                  </a:lnTo>
                  <a:lnTo>
                    <a:pt x="107696" y="149606"/>
                  </a:lnTo>
                  <a:lnTo>
                    <a:pt x="120904" y="173736"/>
                  </a:lnTo>
                  <a:lnTo>
                    <a:pt x="131953" y="193294"/>
                  </a:lnTo>
                  <a:lnTo>
                    <a:pt x="147701" y="216154"/>
                  </a:lnTo>
                  <a:lnTo>
                    <a:pt x="169926" y="229743"/>
                  </a:lnTo>
                  <a:lnTo>
                    <a:pt x="185674" y="231648"/>
                  </a:lnTo>
                  <a:lnTo>
                    <a:pt x="199136" y="230251"/>
                  </a:lnTo>
                  <a:lnTo>
                    <a:pt x="212090" y="225044"/>
                  </a:lnTo>
                  <a:lnTo>
                    <a:pt x="223139" y="214630"/>
                  </a:lnTo>
                  <a:lnTo>
                    <a:pt x="230759" y="197358"/>
                  </a:lnTo>
                  <a:lnTo>
                    <a:pt x="233680" y="171831"/>
                  </a:lnTo>
                  <a:lnTo>
                    <a:pt x="233680" y="2413"/>
                  </a:lnTo>
                  <a:close/>
                </a:path>
                <a:path w="680720" h="231775">
                  <a:moveTo>
                    <a:pt x="457708" y="3048"/>
                  </a:moveTo>
                  <a:lnTo>
                    <a:pt x="251841" y="3048"/>
                  </a:lnTo>
                  <a:lnTo>
                    <a:pt x="251841" y="50038"/>
                  </a:lnTo>
                  <a:lnTo>
                    <a:pt x="327787" y="50038"/>
                  </a:lnTo>
                  <a:lnTo>
                    <a:pt x="327787" y="229108"/>
                  </a:lnTo>
                  <a:lnTo>
                    <a:pt x="381635" y="229108"/>
                  </a:lnTo>
                  <a:lnTo>
                    <a:pt x="381635" y="50038"/>
                  </a:lnTo>
                  <a:lnTo>
                    <a:pt x="457708" y="50038"/>
                  </a:lnTo>
                  <a:lnTo>
                    <a:pt x="457708" y="3048"/>
                  </a:lnTo>
                  <a:close/>
                </a:path>
                <a:path w="680720" h="231775">
                  <a:moveTo>
                    <a:pt x="680593" y="3048"/>
                  </a:moveTo>
                  <a:lnTo>
                    <a:pt x="474726" y="3048"/>
                  </a:lnTo>
                  <a:lnTo>
                    <a:pt x="474726" y="50038"/>
                  </a:lnTo>
                  <a:lnTo>
                    <a:pt x="550799" y="50038"/>
                  </a:lnTo>
                  <a:lnTo>
                    <a:pt x="550799" y="229108"/>
                  </a:lnTo>
                  <a:lnTo>
                    <a:pt x="604647" y="229108"/>
                  </a:lnTo>
                  <a:lnTo>
                    <a:pt x="604647" y="50038"/>
                  </a:lnTo>
                  <a:lnTo>
                    <a:pt x="680593" y="50038"/>
                  </a:lnTo>
                  <a:lnTo>
                    <a:pt x="680593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5085" y="464312"/>
              <a:ext cx="222442" cy="2264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18418" y="464311"/>
              <a:ext cx="671830" cy="226695"/>
            </a:xfrm>
            <a:custGeom>
              <a:avLst/>
              <a:gdLst/>
              <a:ahLst/>
              <a:cxnLst/>
              <a:rect l="l" t="t" r="r" b="b"/>
              <a:pathLst>
                <a:path w="671829" h="226695">
                  <a:moveTo>
                    <a:pt x="224790" y="77597"/>
                  </a:moveTo>
                  <a:lnTo>
                    <a:pt x="223520" y="55245"/>
                  </a:lnTo>
                  <a:lnTo>
                    <a:pt x="219583" y="37211"/>
                  </a:lnTo>
                  <a:lnTo>
                    <a:pt x="202311" y="12573"/>
                  </a:lnTo>
                  <a:lnTo>
                    <a:pt x="171577" y="1676"/>
                  </a:lnTo>
                  <a:lnTo>
                    <a:pt x="171577" y="178054"/>
                  </a:lnTo>
                  <a:lnTo>
                    <a:pt x="70104" y="178054"/>
                  </a:lnTo>
                  <a:lnTo>
                    <a:pt x="64008" y="177165"/>
                  </a:lnTo>
                  <a:lnTo>
                    <a:pt x="58420" y="173609"/>
                  </a:lnTo>
                  <a:lnTo>
                    <a:pt x="54356" y="166497"/>
                  </a:lnTo>
                  <a:lnTo>
                    <a:pt x="52832" y="154686"/>
                  </a:lnTo>
                  <a:lnTo>
                    <a:pt x="54356" y="142875"/>
                  </a:lnTo>
                  <a:lnTo>
                    <a:pt x="58420" y="135890"/>
                  </a:lnTo>
                  <a:lnTo>
                    <a:pt x="64008" y="132588"/>
                  </a:lnTo>
                  <a:lnTo>
                    <a:pt x="70104" y="131826"/>
                  </a:lnTo>
                  <a:lnTo>
                    <a:pt x="171538" y="131826"/>
                  </a:lnTo>
                  <a:lnTo>
                    <a:pt x="171577" y="178054"/>
                  </a:lnTo>
                  <a:lnTo>
                    <a:pt x="171577" y="1676"/>
                  </a:lnTo>
                  <a:lnTo>
                    <a:pt x="170434" y="1270"/>
                  </a:lnTo>
                  <a:lnTo>
                    <a:pt x="148209" y="0"/>
                  </a:lnTo>
                  <a:lnTo>
                    <a:pt x="12827" y="0"/>
                  </a:lnTo>
                  <a:lnTo>
                    <a:pt x="12827" y="48006"/>
                  </a:lnTo>
                  <a:lnTo>
                    <a:pt x="144653" y="48006"/>
                  </a:lnTo>
                  <a:lnTo>
                    <a:pt x="157099" y="49657"/>
                  </a:lnTo>
                  <a:lnTo>
                    <a:pt x="165354" y="54991"/>
                  </a:lnTo>
                  <a:lnTo>
                    <a:pt x="170053" y="64262"/>
                  </a:lnTo>
                  <a:lnTo>
                    <a:pt x="171513" y="77597"/>
                  </a:lnTo>
                  <a:lnTo>
                    <a:pt x="171513" y="86106"/>
                  </a:lnTo>
                  <a:lnTo>
                    <a:pt x="62230" y="86106"/>
                  </a:lnTo>
                  <a:lnTo>
                    <a:pt x="39878" y="88519"/>
                  </a:lnTo>
                  <a:lnTo>
                    <a:pt x="22352" y="96012"/>
                  </a:lnTo>
                  <a:lnTo>
                    <a:pt x="9906" y="108712"/>
                  </a:lnTo>
                  <a:lnTo>
                    <a:pt x="2540" y="127000"/>
                  </a:lnTo>
                  <a:lnTo>
                    <a:pt x="0" y="151003"/>
                  </a:lnTo>
                  <a:lnTo>
                    <a:pt x="0" y="161671"/>
                  </a:lnTo>
                  <a:lnTo>
                    <a:pt x="10287" y="204470"/>
                  </a:lnTo>
                  <a:lnTo>
                    <a:pt x="64516" y="226441"/>
                  </a:lnTo>
                  <a:lnTo>
                    <a:pt x="224790" y="226441"/>
                  </a:lnTo>
                  <a:lnTo>
                    <a:pt x="224790" y="178054"/>
                  </a:lnTo>
                  <a:lnTo>
                    <a:pt x="224790" y="77597"/>
                  </a:lnTo>
                  <a:close/>
                </a:path>
                <a:path w="671829" h="226695">
                  <a:moveTo>
                    <a:pt x="441452" y="508"/>
                  </a:moveTo>
                  <a:lnTo>
                    <a:pt x="235712" y="508"/>
                  </a:lnTo>
                  <a:lnTo>
                    <a:pt x="235712" y="47498"/>
                  </a:lnTo>
                  <a:lnTo>
                    <a:pt x="311658" y="47498"/>
                  </a:lnTo>
                  <a:lnTo>
                    <a:pt x="311658" y="226568"/>
                  </a:lnTo>
                  <a:lnTo>
                    <a:pt x="365506" y="226568"/>
                  </a:lnTo>
                  <a:lnTo>
                    <a:pt x="365506" y="47498"/>
                  </a:lnTo>
                  <a:lnTo>
                    <a:pt x="441452" y="47498"/>
                  </a:lnTo>
                  <a:lnTo>
                    <a:pt x="441452" y="508"/>
                  </a:lnTo>
                  <a:close/>
                </a:path>
                <a:path w="671829" h="226695">
                  <a:moveTo>
                    <a:pt x="671576" y="77597"/>
                  </a:moveTo>
                  <a:lnTo>
                    <a:pt x="670306" y="55245"/>
                  </a:lnTo>
                  <a:lnTo>
                    <a:pt x="666369" y="37211"/>
                  </a:lnTo>
                  <a:lnTo>
                    <a:pt x="649097" y="12573"/>
                  </a:lnTo>
                  <a:lnTo>
                    <a:pt x="618363" y="1676"/>
                  </a:lnTo>
                  <a:lnTo>
                    <a:pt x="618363" y="178054"/>
                  </a:lnTo>
                  <a:lnTo>
                    <a:pt x="516890" y="178054"/>
                  </a:lnTo>
                  <a:lnTo>
                    <a:pt x="510794" y="177165"/>
                  </a:lnTo>
                  <a:lnTo>
                    <a:pt x="505206" y="173609"/>
                  </a:lnTo>
                  <a:lnTo>
                    <a:pt x="501142" y="166497"/>
                  </a:lnTo>
                  <a:lnTo>
                    <a:pt x="499618" y="154686"/>
                  </a:lnTo>
                  <a:lnTo>
                    <a:pt x="501142" y="142875"/>
                  </a:lnTo>
                  <a:lnTo>
                    <a:pt x="505206" y="135890"/>
                  </a:lnTo>
                  <a:lnTo>
                    <a:pt x="510794" y="132588"/>
                  </a:lnTo>
                  <a:lnTo>
                    <a:pt x="516890" y="131826"/>
                  </a:lnTo>
                  <a:lnTo>
                    <a:pt x="618324" y="131826"/>
                  </a:lnTo>
                  <a:lnTo>
                    <a:pt x="618363" y="178054"/>
                  </a:lnTo>
                  <a:lnTo>
                    <a:pt x="618363" y="1676"/>
                  </a:lnTo>
                  <a:lnTo>
                    <a:pt x="617220" y="1270"/>
                  </a:lnTo>
                  <a:lnTo>
                    <a:pt x="594995" y="0"/>
                  </a:lnTo>
                  <a:lnTo>
                    <a:pt x="459486" y="0"/>
                  </a:lnTo>
                  <a:lnTo>
                    <a:pt x="459486" y="48006"/>
                  </a:lnTo>
                  <a:lnTo>
                    <a:pt x="591566" y="48006"/>
                  </a:lnTo>
                  <a:lnTo>
                    <a:pt x="603885" y="49657"/>
                  </a:lnTo>
                  <a:lnTo>
                    <a:pt x="612267" y="54991"/>
                  </a:lnTo>
                  <a:lnTo>
                    <a:pt x="616966" y="64262"/>
                  </a:lnTo>
                  <a:lnTo>
                    <a:pt x="618299" y="77597"/>
                  </a:lnTo>
                  <a:lnTo>
                    <a:pt x="618299" y="86106"/>
                  </a:lnTo>
                  <a:lnTo>
                    <a:pt x="509016" y="86106"/>
                  </a:lnTo>
                  <a:lnTo>
                    <a:pt x="486664" y="88519"/>
                  </a:lnTo>
                  <a:lnTo>
                    <a:pt x="469138" y="96012"/>
                  </a:lnTo>
                  <a:lnTo>
                    <a:pt x="456692" y="108712"/>
                  </a:lnTo>
                  <a:lnTo>
                    <a:pt x="449326" y="127000"/>
                  </a:lnTo>
                  <a:lnTo>
                    <a:pt x="446786" y="151003"/>
                  </a:lnTo>
                  <a:lnTo>
                    <a:pt x="446786" y="161671"/>
                  </a:lnTo>
                  <a:lnTo>
                    <a:pt x="457073" y="204470"/>
                  </a:lnTo>
                  <a:lnTo>
                    <a:pt x="511302" y="226441"/>
                  </a:lnTo>
                  <a:lnTo>
                    <a:pt x="671576" y="226441"/>
                  </a:lnTo>
                  <a:lnTo>
                    <a:pt x="671576" y="178054"/>
                  </a:lnTo>
                  <a:lnTo>
                    <a:pt x="671576" y="77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66927" y="2981071"/>
            <a:ext cx="6134735" cy="763671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lang="es-PE" sz="4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Black"/>
                <a:cs typeface="Arial Black"/>
              </a:rPr>
              <a:t>Demo</a:t>
            </a:r>
            <a:endParaRPr sz="48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2484" y="3912234"/>
            <a:ext cx="2236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4" dirty="0">
                <a:solidFill>
                  <a:srgbClr val="FFFFFF"/>
                </a:solidFill>
                <a:latin typeface="Arial Black"/>
                <a:cs typeface="Arial Black"/>
              </a:rPr>
              <a:t>GRACIAS</a:t>
            </a:r>
            <a:endParaRPr sz="3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235</Words>
  <Application>Microsoft Office PowerPoint</Application>
  <PresentationFormat>Panorámica</PresentationFormat>
  <Paragraphs>35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Arial MT</vt:lpstr>
      <vt:lpstr>Calibri</vt:lpstr>
      <vt:lpstr>Tahoma</vt:lpstr>
      <vt:lpstr>Office Theme</vt:lpstr>
      <vt:lpstr>Santander – POC Automatización</vt:lpstr>
      <vt:lpstr>TEMAS A CONSIDERAR Un vistazo de lo que veremos a continuación</vt:lpstr>
      <vt:lpstr>Flujos a Abordar</vt:lpstr>
      <vt:lpstr>Necesidad</vt:lpstr>
      <vt:lpstr>Objetivo de la Prueba de Concepto</vt:lpstr>
      <vt:lpstr>Presentación de PowerPoint</vt:lpstr>
      <vt:lpstr>Demo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Capilla Blázquez</dc:creator>
  <cp:lastModifiedBy>Sonia Gabriela Orihuela Carrillo</cp:lastModifiedBy>
  <cp:revision>4</cp:revision>
  <dcterms:created xsi:type="dcterms:W3CDTF">2025-11-24T12:41:28Z</dcterms:created>
  <dcterms:modified xsi:type="dcterms:W3CDTF">2025-11-24T13:56:07Z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2022-07-18T00:00:00Z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2025-11-24T00:00:00Z</vt:filetime>
  </property>
  <property fmtid="{D5CDD505-2E9C-101B-9397-08002B2CF9AE}" pid="5" name="Producer">
    <vt:lpwstr>Microsoft® PowerPoint® para Microsoft 365</vt:lpwstr>
  </property>
</Properties>
</file>